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BE6A52B-0298-4BE6-8BEA-867D6A75C6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1CC49F4-D2D8-45FA-B33F-65987AF4C7C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per">
  <a:themeElements>
    <a:clrScheme name="Pape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