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77"/>
          <p:cNvSpPr/>
          <p:nvPr userDrawn="1"/>
        </p:nvSpPr>
        <p:spPr>
          <a:xfrm>
            <a:off x="4876800" y="3545586"/>
            <a:ext cx="24384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print">
    <p:bg>
      <p:bgPr>
        <a:pattFill prst="sm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78"/>
          <p:cNvSpPr/>
          <p:nvPr userDrawn="1"/>
        </p:nvSpPr>
        <p:spPr>
          <a:xfrm>
            <a:off x="365760" y="308610"/>
            <a:ext cx="11460480" cy="6240780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8" name="Decoration 279"/>
          <p:cNvSpPr/>
          <p:nvPr userDrawn="1"/>
        </p:nvSpPr>
        <p:spPr>
          <a:xfrm>
            <a:off x="365760" y="308610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Decoration 280"/>
          <p:cNvSpPr/>
          <p:nvPr userDrawn="1"/>
        </p:nvSpPr>
        <p:spPr>
          <a:xfrm>
            <a:off x="11460480" y="6508242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E9F44EB-8395-4F32-9C9A-B6E8731E4860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FBB7241-8C6F-472D-87CC-400CCAEEF263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Blueprint Slate">
      <a:dk1>
        <a:srgbClr val="1E252B"/>
      </a:dk1>
      <a:lt1>
        <a:srgbClr val="EEF2F4"/>
      </a:lt1>
      <a:dk2>
        <a:srgbClr val="2C3740"/>
      </a:dk2>
      <a:lt2>
        <a:srgbClr val="A8B8C4"/>
      </a:lt2>
      <a:accent1>
        <a:srgbClr val="F2B84B"/>
      </a:accent1>
      <a:accent2>
        <a:srgbClr val="6EC3E8"/>
      </a:accent2>
      <a:accent3>
        <a:srgbClr val="F07F6A"/>
      </a:accent3>
      <a:accent4>
        <a:srgbClr val="8FD18F"/>
      </a:accent4>
      <a:accent5>
        <a:srgbClr val="C4A6F0"/>
      </a:accent5>
      <a:accent6>
        <a:srgbClr val="B0BEC8"/>
      </a:accent6>
      <a:hlink>
        <a:srgbClr val="8CD0F0"/>
      </a:hlink>
      <a:folHlink>
        <a:srgbClr val="C8B0F0"/>
      </a:folHlink>
    </a:clrScheme>
    <a:fontScheme name="Courier New-Verdana">
      <a:majorFont>
        <a:latin typeface="Courier New"/>
        <a:ea typeface=""/>
        <a:cs typeface=""/>
      </a:majorFont>
      <a:minorFont>
        <a:latin typeface="Verdana"/>
        <a:ea typeface=""/>
        <a:cs typeface=""/>
      </a:minorFont>
    </a:fontScheme>
    <a:fmtScheme name="Strong Outlin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1905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28575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3810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