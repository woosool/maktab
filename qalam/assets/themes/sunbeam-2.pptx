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53"/>
          <p:cNvSpPr/>
          <p:nvPr userDrawn="1"/>
        </p:nvSpPr>
        <p:spPr>
          <a:xfrm>
            <a:off x="9022080" y="-1371600"/>
            <a:ext cx="4389120" cy="43891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354"/>
          <p:cNvSpPr/>
          <p:nvPr userDrawn="1"/>
        </p:nvSpPr>
        <p:spPr>
          <a:xfrm>
            <a:off x="8534400" y="-1783080"/>
            <a:ext cx="5608320" cy="5608320"/>
          </a:xfrm>
          <a:prstGeom prst="ellipse">
            <a:avLst/>
          </a:prstGeom>
          <a:noFill/>
          <a:ln w="25400">
            <a:solidFill>
              <a:schemeClr val="accent1">
                <a:alpha val="60000"/>
              </a:schemeClr>
            </a:solidFill>
          </a:ln>
        </p:spPr>
      </p:sp>
      <p:sp>
        <p:nvSpPr>
          <p:cNvPr id="9" name="Decoration 355"/>
          <p:cNvSpPr/>
          <p:nvPr userDrawn="1"/>
        </p:nvSpPr>
        <p:spPr>
          <a:xfrm>
            <a:off x="8046720" y="-2194560"/>
            <a:ext cx="6827520" cy="6827520"/>
          </a:xfrm>
          <a:prstGeom prst="ellipse">
            <a:avLst/>
          </a:prstGeom>
          <a:noFill/>
          <a:ln w="15875">
            <a:solidFill>
              <a:schemeClr val="accent2">
                <a:alpha val="50000"/>
              </a:schemeClr>
            </a:solidFill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2057400"/>
            <a:ext cx="7559040" cy="2194560"/>
          </a:xfrm>
        </p:spPr>
        <p:txBody>
          <a:bodyPr anchor="b"/>
          <a:lstStyle>
            <a:lvl1pPr algn="l">
              <a:defRPr sz="5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4457700"/>
            <a:ext cx="6827520" cy="109728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6F618-CEF8-4586-B97B-970BBD511CA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4707D-3B47-4042-B258-2DF2B9B7A4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6F618-CEF8-4586-B97B-970BBD511CA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4707D-3B47-4042-B258-2DF2B9B7A4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6F618-CEF8-4586-B97B-970BBD511CA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4707D-3B47-4042-B258-2DF2B9B7A4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6F618-CEF8-4586-B97B-970BBD511CA4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4707D-3B47-4042-B258-2DF2B9B7A4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6F618-CEF8-4586-B97B-970BBD511CA4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4707D-3B47-4042-B258-2DF2B9B7A4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6F618-CEF8-4586-B97B-970BBD511CA4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4707D-3B47-4042-B258-2DF2B9B7A4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6F618-CEF8-4586-B97B-970BBD511CA4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4707D-3B47-4042-B258-2DF2B9B7A4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6F618-CEF8-4586-B97B-970BBD511CA4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4707D-3B47-4042-B258-2DF2B9B7A4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6F618-CEF8-4586-B97B-970BBD511CA4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4707D-3B47-4042-B258-2DF2B9B7A4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6F618-CEF8-4586-B97B-970BBD511CA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4707D-3B47-4042-B258-2DF2B9B7A4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6F618-CEF8-4586-B97B-970BBD511CA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4707D-3B47-4042-B258-2DF2B9B7A4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unbea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56"/>
          <p:cNvSpPr/>
          <p:nvPr userDrawn="1"/>
        </p:nvSpPr>
        <p:spPr>
          <a:xfrm>
            <a:off x="268224" y="240030"/>
            <a:ext cx="11655552" cy="6377940"/>
          </a:xfrm>
          <a:prstGeom prst="roundRect">
            <a:avLst>
              <a:gd name="adj" fmla="val 3500"/>
            </a:avLst>
          </a:prstGeom>
          <a:noFill/>
          <a:ln w="25400">
            <a:solidFill>
              <a:schemeClr val="accent1"/>
            </a:solidFill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9D6F618-CEF8-4586-B97B-970BBD511CA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354707D-3B47-4042-B258-2DF2B9B7A43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unbeam">
  <a:themeElements>
    <a:clrScheme name="Sunbeam Meadow">
      <a:dk1>
        <a:srgbClr val="22301A"/>
      </a:dk1>
      <a:lt1>
        <a:srgbClr val="FBFDF5"/>
      </a:lt1>
      <a:dk2>
        <a:srgbClr val="5A6E46"/>
      </a:dk2>
      <a:lt2>
        <a:srgbClr val="EEF5DC"/>
      </a:lt2>
      <a:accent1>
        <a:srgbClr val="8FB82A"/>
      </a:accent1>
      <a:accent2>
        <a:srgbClr val="F2A93B"/>
      </a:accent2>
      <a:accent3>
        <a:srgbClr val="3F8FB0"/>
      </a:accent3>
      <a:accent4>
        <a:srgbClr val="D0573F"/>
      </a:accent4>
      <a:accent5>
        <a:srgbClr val="8A5AA8"/>
      </a:accent5>
      <a:accent6>
        <a:srgbClr val="7A8A5A"/>
      </a:accent6>
      <a:hlink>
        <a:srgbClr val="2F7F9A"/>
      </a:hlink>
      <a:folHlink>
        <a:srgbClr val="8A5AA8"/>
      </a:folHlink>
    </a:clrScheme>
    <a:fontScheme name="Trebuchet MS-Georgia">
      <a:majorFont>
        <a:latin typeface="Trebuchet MS"/>
        <a:ea typeface=""/>
        <a:cs typeface=""/>
      </a:majorFont>
      <a:minorFont>
        <a:latin typeface="Georgia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