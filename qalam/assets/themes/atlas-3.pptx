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9"/>
          <p:cNvSpPr/>
          <p:nvPr userDrawn="1"/>
        </p:nvSpPr>
        <p:spPr>
          <a:xfrm>
            <a:off x="5120640" y="3840480"/>
            <a:ext cx="1950720" cy="254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097280"/>
            <a:ext cx="9753600" cy="253746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114800"/>
            <a:ext cx="9753600" cy="1234440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0"/>
          <p:cNvSpPr/>
          <p:nvPr userDrawn="1"/>
        </p:nvSpPr>
        <p:spPr>
          <a:xfrm>
            <a:off x="853440" y="2057400"/>
            <a:ext cx="121920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783080"/>
            <a:ext cx="9753600" cy="27432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tl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1"/>
          <p:cNvSpPr/>
          <p:nvPr userDrawn="1"/>
        </p:nvSpPr>
        <p:spPr>
          <a:xfrm>
            <a:off x="0" y="0"/>
            <a:ext cx="12192000" cy="20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2"/>
          <p:cNvSpPr/>
          <p:nvPr userDrawn="1"/>
        </p:nvSpPr>
        <p:spPr>
          <a:xfrm>
            <a:off x="0" y="205740"/>
            <a:ext cx="1219200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D283D43-D1D3-4B81-BDA9-919DADC121B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E307401-D7A6-4208-9981-396A33B0D25D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cap="all" spc="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tlas">
  <a:themeElements>
    <a:clrScheme name="Atlas Graphite">
      <a:dk1>
        <a:srgbClr val="15171C"/>
      </a:dk1>
      <a:lt1>
        <a:srgbClr val="ECEEF2"/>
      </a:lt1>
      <a:dk2>
        <a:srgbClr val="23262E"/>
      </a:dk2>
      <a:lt2>
        <a:srgbClr val="A9AFBB"/>
      </a:lt2>
      <a:accent1>
        <a:srgbClr val="5F86D6"/>
      </a:accent1>
      <a:accent2>
        <a:srgbClr val="F0B44A"/>
      </a:accent2>
      <a:accent3>
        <a:srgbClr val="4FC0AD"/>
      </a:accent3>
      <a:accent4>
        <a:srgbClr val="E07A6A"/>
      </a:accent4>
      <a:accent5>
        <a:srgbClr val="AB92E0"/>
      </a:accent5>
      <a:accent6>
        <a:srgbClr val="8AA0B8"/>
      </a:accent6>
      <a:hlink>
        <a:srgbClr val="86A8EF"/>
      </a:hlink>
      <a:folHlink>
        <a:srgbClr val="C2AEF0"/>
      </a:folHlink>
    </a:clrScheme>
    <a:fontScheme name="Raleway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