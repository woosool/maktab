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26E8680-1E41-4207-A0A4-8143E274D72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291F47-D64E-49B7-9BB5-DA6CB67EE2B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">
  <a:themeElements>
    <a:clrScheme name="Paper Warm">
      <a:dk1>
        <a:srgbClr val="2B2622"/>
      </a:dk1>
      <a:lt1>
        <a:srgbClr val="FFFDF8"/>
      </a:lt1>
      <a:dk2>
        <a:srgbClr val="5C5248"/>
      </a:dk2>
      <a:lt2>
        <a:srgbClr val="EFE9DF"/>
      </a:lt2>
      <a:accent1>
        <a:srgbClr val="B0573A"/>
      </a:accent1>
      <a:accent2>
        <a:srgbClr val="D9A441"/>
      </a:accent2>
      <a:accent3>
        <a:srgbClr val="6B8E6B"/>
      </a:accent3>
      <a:accent4>
        <a:srgbClr val="7D6BA6"/>
      </a:accent4>
      <a:accent5>
        <a:srgbClr val="3F7F9C"/>
      </a:accent5>
      <a:accent6>
        <a:srgbClr val="C76F8F"/>
      </a:accent6>
      <a:hlink>
        <a:srgbClr val="8F3D24"/>
      </a:hlink>
      <a:folHlink>
        <a:srgbClr val="6D4F7B"/>
      </a:folHlink>
    </a:clrScheme>
    <a:fontScheme name="Arial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