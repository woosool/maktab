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5"/>
          <p:cNvSpPr/>
          <p:nvPr userDrawn="1"/>
        </p:nvSpPr>
        <p:spPr>
          <a:xfrm>
            <a:off x="5120640" y="3840480"/>
            <a:ext cx="1950720" cy="25400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097280"/>
            <a:ext cx="9753600" cy="253746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4114800"/>
            <a:ext cx="9753600" cy="1234440"/>
          </a:xfrm>
        </p:spPr>
        <p:txBody>
          <a:bodyPr anchor="t"/>
          <a:lstStyle>
            <a:lvl1pPr marL="0" indent="0" algn="ctr">
              <a:buNone/>
              <a:defRPr sz="2000"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92D5-B0B8-4FBA-BCFC-AAE044B5D83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8C19C-E353-4B74-9236-FAEBB2E82022}" type="slidenum">
              <a:rPr lang="en-US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92D5-B0B8-4FBA-BCFC-AAE044B5D83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8C19C-E353-4B74-9236-FAEBB2E82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6"/>
          <p:cNvSpPr/>
          <p:nvPr userDrawn="1"/>
        </p:nvSpPr>
        <p:spPr>
          <a:xfrm>
            <a:off x="853440" y="2057400"/>
            <a:ext cx="121920" cy="2468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783080"/>
            <a:ext cx="9753600" cy="2743200"/>
          </a:xfrm>
        </p:spPr>
        <p:txBody>
          <a:bodyPr anchor="b"/>
          <a:lstStyle>
            <a:lvl1pPr algn="l">
              <a:defRPr sz="4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4663440"/>
            <a:ext cx="9753600" cy="1371600"/>
          </a:xfrm>
        </p:spPr>
        <p:txBody>
          <a:bodyPr anchor="t"/>
          <a:lstStyle>
            <a:lvl1pPr marL="0" indent="0" algn="l">
              <a:buNone/>
              <a:defRPr sz="2000"/>
            </a:lvl1pPr>
            <a:lvl2pPr marL="0" indent="0" algn="l">
              <a:buNone/>
              <a:defRPr sz="1800"/>
            </a:lvl2pPr>
            <a:lvl3pPr marL="0" indent="0" algn="l">
              <a:buNone/>
              <a:defRPr sz="16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92D5-B0B8-4FBA-BCFC-AAE044B5D83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8C19C-E353-4B74-9236-FAEBB2E82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92D5-B0B8-4FBA-BCFC-AAE044B5D83C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8C19C-E353-4B74-9236-FAEBB2E82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92D5-B0B8-4FBA-BCFC-AAE044B5D83C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8C19C-E353-4B74-9236-FAEBB2E82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92D5-B0B8-4FBA-BCFC-AAE044B5D83C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8C19C-E353-4B74-9236-FAEBB2E82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92D5-B0B8-4FBA-BCFC-AAE044B5D83C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8C19C-E353-4B74-9236-FAEBB2E82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92D5-B0B8-4FBA-BCFC-AAE044B5D83C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8C19C-E353-4B74-9236-FAEBB2E82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92D5-B0B8-4FBA-BCFC-AAE044B5D83C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8C19C-E353-4B74-9236-FAEBB2E82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92D5-B0B8-4FBA-BCFC-AAE044B5D83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8C19C-E353-4B74-9236-FAEBB2E82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92D5-B0B8-4FBA-BCFC-AAE044B5D83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8C19C-E353-4B74-9236-FAEBB2E82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tla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7"/>
          <p:cNvSpPr/>
          <p:nvPr userDrawn="1"/>
        </p:nvSpPr>
        <p:spPr>
          <a:xfrm>
            <a:off x="0" y="0"/>
            <a:ext cx="12192000" cy="205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28"/>
          <p:cNvSpPr/>
          <p:nvPr userDrawn="1"/>
        </p:nvSpPr>
        <p:spPr>
          <a:xfrm>
            <a:off x="0" y="205740"/>
            <a:ext cx="12192000" cy="411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E2B92D5-B0B8-4FBA-BCFC-AAE044B5D83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E68C19C-E353-4B74-9236-FAEBB2E8202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cap="all" spc="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—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—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—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—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tlas">
  <a:themeElements>
    <a:clrScheme name="Atlas Pine">
      <a:dk1>
        <a:srgbClr val="17271F"/>
      </a:dk1>
      <a:lt1>
        <a:srgbClr val="FBFDFB"/>
      </a:lt1>
      <a:dk2>
        <a:srgbClr val="4C6155"/>
      </a:dk2>
      <a:lt2>
        <a:srgbClr val="E6EFE9"/>
      </a:lt2>
      <a:accent1>
        <a:srgbClr val="1F5C45"/>
      </a:accent1>
      <a:accent2>
        <a:srgbClr val="E3A23B"/>
      </a:accent2>
      <a:accent3>
        <a:srgbClr val="3E7FAE"/>
      </a:accent3>
      <a:accent4>
        <a:srgbClr val="B5543F"/>
      </a:accent4>
      <a:accent5>
        <a:srgbClr val="8A6AA0"/>
      </a:accent5>
      <a:accent6>
        <a:srgbClr val="6F8F5A"/>
      </a:accent6>
      <a:hlink>
        <a:srgbClr val="1F5C45"/>
      </a:hlink>
      <a:folHlink>
        <a:srgbClr val="8A6AA0"/>
      </a:folHlink>
    </a:clrScheme>
    <a:fontScheme name="Raleway">
      <a:majorFont>
        <a:latin typeface="Raleway"/>
        <a:ea typeface=""/>
        <a:cs typeface=""/>
      </a:majorFont>
      <a:minorFont>
        <a:latin typeface="Raleway"/>
        <a:ea typeface=""/>
        <a:cs typeface=""/>
      </a:minorFont>
    </a:fontScheme>
    <a:fmtScheme name="Fla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