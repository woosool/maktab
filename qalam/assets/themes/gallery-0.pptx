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3"/>
          <p:cNvSpPr/>
          <p:nvPr userDrawn="1"/>
        </p:nvSpPr>
        <p:spPr>
          <a:xfrm>
            <a:off x="487680" y="411480"/>
            <a:ext cx="11216640" cy="603504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</p:sp>
      <p:sp>
        <p:nvSpPr>
          <p:cNvPr id="8" name="Decoration 34"/>
          <p:cNvSpPr/>
          <p:nvPr userDrawn="1"/>
        </p:nvSpPr>
        <p:spPr>
          <a:xfrm>
            <a:off x="609600" y="534924"/>
            <a:ext cx="10972800" cy="5788152"/>
          </a:xfrm>
          <a:prstGeom prst="rect">
            <a:avLst/>
          </a:prstGeom>
          <a:noFill/>
          <a:ln w="6350">
            <a:solidFill>
              <a:schemeClr val="accent1">
                <a:alpha val="50000"/>
              </a:schemeClr>
            </a:solidFill>
          </a:ln>
        </p:spPr>
      </p:sp>
      <p:sp>
        <p:nvSpPr>
          <p:cNvPr id="9" name="Decoration 35"/>
          <p:cNvSpPr/>
          <p:nvPr userDrawn="1"/>
        </p:nvSpPr>
        <p:spPr>
          <a:xfrm>
            <a:off x="5486400" y="3806190"/>
            <a:ext cx="12192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3040" y="1165860"/>
            <a:ext cx="9265920" cy="246888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3040" y="4114800"/>
            <a:ext cx="9265920" cy="1234440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2A376-0BB4-4613-9F37-AC9D90CB71A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EEA8-CFF9-402B-9818-486B227744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2A376-0BB4-4613-9F37-AC9D90CB71A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EEA8-CFF9-402B-9818-486B227744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6"/>
          <p:cNvSpPr/>
          <p:nvPr userDrawn="1"/>
        </p:nvSpPr>
        <p:spPr>
          <a:xfrm>
            <a:off x="853440" y="4732020"/>
            <a:ext cx="97536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2A376-0BB4-4613-9F37-AC9D90CB71A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EEA8-CFF9-402B-9818-486B227744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2A376-0BB4-4613-9F37-AC9D90CB71AB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EEA8-CFF9-402B-9818-486B227744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2A376-0BB4-4613-9F37-AC9D90CB71AB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EEA8-CFF9-402B-9818-486B227744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2A376-0BB4-4613-9F37-AC9D90CB71AB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EEA8-CFF9-402B-9818-486B227744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2A376-0BB4-4613-9F37-AC9D90CB71AB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EEA8-CFF9-402B-9818-486B227744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2A376-0BB4-4613-9F37-AC9D90CB71AB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EEA8-CFF9-402B-9818-486B227744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2A376-0BB4-4613-9F37-AC9D90CB71AB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EEA8-CFF9-402B-9818-486B227744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2A376-0BB4-4613-9F37-AC9D90CB71A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EEA8-CFF9-402B-9818-486B227744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2A376-0BB4-4613-9F37-AC9D90CB71A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EEA8-CFF9-402B-9818-486B227744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alle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7"/>
          <p:cNvSpPr/>
          <p:nvPr userDrawn="1"/>
        </p:nvSpPr>
        <p:spPr>
          <a:xfrm>
            <a:off x="838200" y="274320"/>
            <a:ext cx="10515600" cy="9525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8" name="Decoration 38"/>
          <p:cNvSpPr/>
          <p:nvPr userDrawn="1"/>
        </p:nvSpPr>
        <p:spPr>
          <a:xfrm>
            <a:off x="838200" y="329184"/>
            <a:ext cx="10515600" cy="9525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9" name="Decoration 39"/>
          <p:cNvSpPr/>
          <p:nvPr userDrawn="1"/>
        </p:nvSpPr>
        <p:spPr>
          <a:xfrm>
            <a:off x="838200" y="6275070"/>
            <a:ext cx="10515600" cy="6350"/>
          </a:xfrm>
          <a:prstGeom prst="rect">
            <a:avLst/>
          </a:prstGeom>
          <a:solidFill>
            <a:schemeClr val="tx2">
              <a:alpha val="60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422A376-0BB4-4613-9F37-AC9D90CB71A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0AEEEA8-CFF9-402B-9818-486B227744F0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Georgia"/>
        <a:buChar char="·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·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·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allery">
  <a:themeElements>
    <a:clrScheme name="Gallery">
      <a:dk1>
        <a:srgbClr val="262321"/>
      </a:dk1>
      <a:lt1>
        <a:srgbClr val="FBF8F2"/>
      </a:lt1>
      <a:dk2>
        <a:srgbClr val="6B625A"/>
      </a:dk2>
      <a:lt2>
        <a:srgbClr val="EFE8DC"/>
      </a:lt2>
      <a:accent1>
        <a:srgbClr val="8C3B2E"/>
      </a:accent1>
      <a:accent2>
        <a:srgbClr val="B38A3E"/>
      </a:accent2>
      <a:accent3>
        <a:srgbClr val="4F6E5A"/>
      </a:accent3>
      <a:accent4>
        <a:srgbClr val="3E5A7A"/>
      </a:accent4>
      <a:accent5>
        <a:srgbClr val="7A4F6E"/>
      </a:accent5>
      <a:accent6>
        <a:srgbClr val="8A7A5A"/>
      </a:accent6>
      <a:hlink>
        <a:srgbClr val="8C3B2E"/>
      </a:hlink>
      <a:folHlink>
        <a:srgbClr val="4F5A7A"/>
      </a:folHlink>
    </a:clrScheme>
    <a:fontScheme name="Playfair Display-Georgia">
      <a:majorFont>
        <a:latin typeface="Playfair Display"/>
        <a:ea typeface=""/>
        <a:cs typeface=""/>
      </a:majorFont>
      <a:minorFont>
        <a:latin typeface="Georgia"/>
        <a:ea typeface=""/>
        <a:cs typeface=""/>
      </a:minorFont>
    </a:fontScheme>
    <a:fmtScheme name="Fl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