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6"/>
  </p:sldMasterIdLst>
  <p:sldIdLst>
    <p:sldId id="256" r:id="rId7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201"/>
          <p:cNvSpPr/>
          <p:nvPr userDrawn="1"/>
        </p:nvSpPr>
        <p:spPr>
          <a:xfrm>
            <a:off x="0" y="2057400"/>
            <a:ext cx="12192000" cy="26060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Decoration 202"/>
          <p:cNvSpPr/>
          <p:nvPr userDrawn="1"/>
        </p:nvSpPr>
        <p:spPr>
          <a:xfrm>
            <a:off x="0" y="4663440"/>
            <a:ext cx="12192000" cy="8229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5360" y="2194560"/>
            <a:ext cx="10241280" cy="2331720"/>
          </a:xfrm>
        </p:spPr>
        <p:txBody>
          <a:bodyPr anchor="ctr"/>
          <a:lstStyle>
            <a:lvl1pPr algn="l">
              <a:defRPr sz="5000">
                <a:solidFill>
                  <a:schemeClr val="lt1"/>
                </a:solidFill>
              </a:defRPr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5360" y="4937760"/>
            <a:ext cx="10241280" cy="109728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0" indent="0" algn="l">
              <a:buNone/>
              <a:defRPr sz="1800">
                <a:solidFill>
                  <a:schemeClr val="tx2"/>
                </a:solidFill>
              </a:defRPr>
            </a:lvl2pPr>
            <a:lvl3pPr marL="0" indent="0" algn="l">
              <a:buNone/>
              <a:defRPr sz="1600">
                <a:solidFill>
                  <a:schemeClr val="tx2"/>
                </a:solidFill>
              </a:defRPr>
            </a:lvl3pPr>
            <a:lvl4pPr marL="0" indent="0" algn="l">
              <a:buNone/>
              <a:defRPr sz="1400">
                <a:solidFill>
                  <a:schemeClr val="tx2"/>
                </a:solidFill>
              </a:defRPr>
            </a:lvl4pPr>
            <a:lvl5pPr marL="0" indent="0" algn="l">
              <a:buNone/>
              <a:defRPr sz="1400">
                <a:solidFill>
                  <a:schemeClr val="tx2"/>
                </a:solidFill>
              </a:defRPr>
            </a:lvl5pPr>
          </a:lstStyle>
          <a:p>
            <a:r>
              <a:rPr lang="en-US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DD6D3-BC34-495C-8730-95533D6F017C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A6C36-8557-4BD1-8886-A5739667EDC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DD6D3-BC34-495C-8730-95533D6F017C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A6C36-8557-4BD1-8886-A5739667EDC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203"/>
          <p:cNvSpPr/>
          <p:nvPr userDrawn="1"/>
        </p:nvSpPr>
        <p:spPr>
          <a:xfrm>
            <a:off x="0" y="4251960"/>
            <a:ext cx="121920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098" y="1714500"/>
            <a:ext cx="10477804" cy="286047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098" y="4601718"/>
            <a:ext cx="10477804" cy="150464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DD6D3-BC34-495C-8730-95533D6F017C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A6C36-8557-4BD1-8886-A5739667EDC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DD6D3-BC34-495C-8730-95533D6F017C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A6C36-8557-4BD1-8886-A5739667EDC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211809"/>
          </a:xfrm>
        </p:spPr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4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DD6D3-BC34-495C-8730-95533D6F017C}" type="datetimeFigureOut">
              <a:rPr lang="en-US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A6C36-8557-4BD1-8886-A5739667EDC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DD6D3-BC34-495C-8730-95533D6F017C}" type="datetimeFigureOut">
              <a:rPr lang="en-US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A6C36-8557-4BD1-8886-A5739667EDC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DD6D3-BC34-495C-8730-95533D6F017C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A6C36-8557-4BD1-8886-A5739667EDC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DD6D3-BC34-495C-8730-95533D6F017C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A6C36-8557-4BD1-8886-A5739667EDC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DD6D3-BC34-495C-8730-95533D6F017C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A6C36-8557-4BD1-8886-A5739667EDC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DD6D3-BC34-495C-8730-95533D6F017C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A6C36-8557-4BD1-8886-A5739667EDC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orient="vert"/>
          </p:nvPr>
        </p:nvSpPr>
        <p:spPr>
          <a:xfrm>
            <a:off x="8953195" y="365531"/>
            <a:ext cx="2400605" cy="5811470"/>
          </a:xfrm>
        </p:spPr>
        <p:txBody>
          <a:bodyPr vert="eaVert"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531"/>
            <a:ext cx="7810195" cy="5811470"/>
          </a:xfrm>
        </p:spPr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DD6D3-BC34-495C-8730-95533D6F017C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A6C36-8557-4BD1-8886-A5739667EDC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Harbo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204"/>
          <p:cNvSpPr/>
          <p:nvPr userDrawn="1"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Decoration 205"/>
          <p:cNvSpPr/>
          <p:nvPr userDrawn="1"/>
        </p:nvSpPr>
        <p:spPr>
          <a:xfrm>
            <a:off x="838200" y="1796796"/>
            <a:ext cx="12192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452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00"/>
            <a:ext cx="10515600" cy="4351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DD2DD6D3-BC34-495C-8730-95533D6F017C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355994"/>
            <a:ext cx="39624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4BA6C36-8557-4BD1-8886-A5739667EDC8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entered 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arbor">
  <a:themeElements>
    <a:clrScheme name="Harbor">
      <a:dk1>
        <a:srgbClr val="1B2A3A"/>
      </a:dk1>
      <a:lt1>
        <a:srgbClr val="FFFFFF"/>
      </a:lt1>
      <a:dk2>
        <a:srgbClr val="4B5F73"/>
      </a:dk2>
      <a:lt2>
        <a:srgbClr val="E8EEF4"/>
      </a:lt2>
      <a:accent1>
        <a:srgbClr val="1D3F63"/>
      </a:accent1>
      <a:accent2>
        <a:srgbClr val="E2913A"/>
      </a:accent2>
      <a:accent3>
        <a:srgbClr val="3F8F8A"/>
      </a:accent3>
      <a:accent4>
        <a:srgbClr val="B5473D"/>
      </a:accent4>
      <a:accent5>
        <a:srgbClr val="6B5FA3"/>
      </a:accent5>
      <a:accent6>
        <a:srgbClr val="7A8A99"/>
      </a:accent6>
      <a:hlink>
        <a:srgbClr val="1D5F9A"/>
      </a:hlink>
      <a:folHlink>
        <a:srgbClr val="6B5FA3"/>
      </a:folHlink>
    </a:clrScheme>
    <a:fontScheme name="Georgia-Verdana">
      <a:majorFont>
        <a:latin typeface="Georgia"/>
        <a:ea typeface=""/>
        <a:cs typeface=""/>
      </a:majorFont>
      <a:minorFont>
        <a:latin typeface="Verdana"/>
        <a:ea typeface=""/>
        <a:cs typeface=""/>
      </a:minorFont>
    </a:fontScheme>
    <a:fmtScheme name="Soft Shadow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3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</a:schemeClr>
            </a:gs>
            <a:gs pos="100000">
              <a:schemeClr val="phClr">
                <a:shade val="9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78000"/>
              </a:schemeClr>
            </a:gs>
          </a:gsLst>
          <a:path path="circle">
            <a:fillToRect l="50000" t="30000" r="50000" b="7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