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61"/>
          <p:cNvSpPr/>
          <p:nvPr userDrawn="1"/>
        </p:nvSpPr>
        <p:spPr>
          <a:xfrm>
            <a:off x="853440" y="2057400"/>
            <a:ext cx="97536" cy="2331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62"/>
          <p:cNvSpPr/>
          <p:nvPr userDrawn="1"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chemeClr val="bg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783080"/>
            <a:ext cx="9753600" cy="178308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703320"/>
            <a:ext cx="9753600" cy="96012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370E-DD31-4194-A25E-3978E9F3CFB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AAEE-9521-4110-B317-CCC4CF0038C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370E-DD31-4194-A25E-3978E9F3CFB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AAEE-9521-4110-B317-CCC4CF0038C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63"/>
          <p:cNvSpPr/>
          <p:nvPr userDrawn="1"/>
        </p:nvSpPr>
        <p:spPr>
          <a:xfrm>
            <a:off x="853440" y="2468880"/>
            <a:ext cx="97536" cy="20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645920"/>
            <a:ext cx="9753600" cy="288036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4663440"/>
            <a:ext cx="9753600" cy="137160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370E-DD31-4194-A25E-3978E9F3CFB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AAEE-9521-4110-B317-CCC4CF0038C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370E-DD31-4194-A25E-3978E9F3CFB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AAEE-9521-4110-B317-CCC4CF0038C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370E-DD31-4194-A25E-3978E9F3CFB8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AAEE-9521-4110-B317-CCC4CF0038C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370E-DD31-4194-A25E-3978E9F3CFB8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AAEE-9521-4110-B317-CCC4CF0038C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370E-DD31-4194-A25E-3978E9F3CFB8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AAEE-9521-4110-B317-CCC4CF0038C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370E-DD31-4194-A25E-3978E9F3CFB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AAEE-9521-4110-B317-CCC4CF0038C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370E-DD31-4194-A25E-3978E9F3CFB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AAEE-9521-4110-B317-CCC4CF0038C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370E-DD31-4194-A25E-3978E9F3CFB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AAEE-9521-4110-B317-CCC4CF0038C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370E-DD31-4194-A25E-3978E9F3CFB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AAEE-9521-4110-B317-CCC4CF0038C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64"/>
          <p:cNvSpPr/>
          <p:nvPr userDrawn="1"/>
        </p:nvSpPr>
        <p:spPr>
          <a:xfrm>
            <a:off x="914400" y="1673352"/>
            <a:ext cx="85344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F7B370E-DD31-4194-A25E-3978E9F3CFB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14AAAEE-9521-4110-B317-CCC4CF0038C5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ate">
  <a:themeElements>
    <a:clrScheme name="Slate">
      <a:dk1>
        <a:srgbClr val="1E2124"/>
      </a:dk1>
      <a:lt1>
        <a:srgbClr val="ECEEF0"/>
      </a:lt1>
      <a:dk2>
        <a:srgbClr val="2E3236"/>
      </a:dk2>
      <a:lt2>
        <a:srgbClr val="A8AFB6"/>
      </a:lt2>
      <a:accent1>
        <a:srgbClr val="4FB0C6"/>
      </a:accent1>
      <a:accent2>
        <a:srgbClr val="F2B84B"/>
      </a:accent2>
      <a:accent3>
        <a:srgbClr val="E86A5C"/>
      </a:accent3>
      <a:accent4>
        <a:srgbClr val="8BC78B"/>
      </a:accent4>
      <a:accent5>
        <a:srgbClr val="A998E0"/>
      </a:accent5>
      <a:accent6>
        <a:srgbClr val="C0C8D0"/>
      </a:accent6>
      <a:hlink>
        <a:srgbClr val="7FD0E8"/>
      </a:hlink>
      <a:folHlink>
        <a:srgbClr val="C0B0F0"/>
      </a:folHlink>
    </a:clrScheme>
    <a:fontScheme name="Helvetica-Arial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Lifte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857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38100" dist="12700" dir="5400000" algn="ctr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101600" dist="3810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