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45"/>
          <p:cNvSpPr/>
          <p:nvPr userDrawn="1"/>
        </p:nvSpPr>
        <p:spPr>
          <a:xfrm>
            <a:off x="9022080" y="-1371600"/>
            <a:ext cx="4389120" cy="43891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346"/>
          <p:cNvSpPr/>
          <p:nvPr userDrawn="1"/>
        </p:nvSpPr>
        <p:spPr>
          <a:xfrm>
            <a:off x="8534400" y="-1783080"/>
            <a:ext cx="5608320" cy="5608320"/>
          </a:xfrm>
          <a:prstGeom prst="ellipse">
            <a:avLst/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</p:sp>
      <p:sp>
        <p:nvSpPr>
          <p:cNvPr id="9" name="Decoration 347"/>
          <p:cNvSpPr/>
          <p:nvPr userDrawn="1"/>
        </p:nvSpPr>
        <p:spPr>
          <a:xfrm>
            <a:off x="8046720" y="-2194560"/>
            <a:ext cx="6827520" cy="6827520"/>
          </a:xfrm>
          <a:prstGeom prst="ellipse">
            <a:avLst/>
          </a:prstGeom>
          <a:noFill/>
          <a:ln w="15875">
            <a:solidFill>
              <a:schemeClr val="accent2">
                <a:alpha val="50000"/>
              </a:schemeClr>
            </a:solidFill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2057400"/>
            <a:ext cx="7559040" cy="2194560"/>
          </a:xfrm>
        </p:spPr>
        <p:txBody>
          <a:bodyPr anchor="b"/>
          <a:lstStyle>
            <a:lvl1pPr algn="l">
              <a:defRPr sz="5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457700"/>
            <a:ext cx="6827520" cy="109728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35D5-35D9-4D7A-8CD7-65D9587D858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520A-16B1-4B1B-93A2-AB3C6E868FE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35D5-35D9-4D7A-8CD7-65D9587D858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520A-16B1-4B1B-93A2-AB3C6E868FE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35D5-35D9-4D7A-8CD7-65D9587D858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520A-16B1-4B1B-93A2-AB3C6E868FE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35D5-35D9-4D7A-8CD7-65D9587D858D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520A-16B1-4B1B-93A2-AB3C6E868FE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35D5-35D9-4D7A-8CD7-65D9587D858D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520A-16B1-4B1B-93A2-AB3C6E868FE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35D5-35D9-4D7A-8CD7-65D9587D858D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520A-16B1-4B1B-93A2-AB3C6E868FE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35D5-35D9-4D7A-8CD7-65D9587D858D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520A-16B1-4B1B-93A2-AB3C6E868FE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35D5-35D9-4D7A-8CD7-65D9587D858D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520A-16B1-4B1B-93A2-AB3C6E868FE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35D5-35D9-4D7A-8CD7-65D9587D858D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520A-16B1-4B1B-93A2-AB3C6E868FE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35D5-35D9-4D7A-8CD7-65D9587D858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520A-16B1-4B1B-93A2-AB3C6E868FE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35D5-35D9-4D7A-8CD7-65D9587D858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520A-16B1-4B1B-93A2-AB3C6E868FE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unbe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48"/>
          <p:cNvSpPr/>
          <p:nvPr userDrawn="1"/>
        </p:nvSpPr>
        <p:spPr>
          <a:xfrm>
            <a:off x="268224" y="240030"/>
            <a:ext cx="11655552" cy="6377940"/>
          </a:xfrm>
          <a:prstGeom prst="roundRect">
            <a:avLst>
              <a:gd name="adj" fmla="val 3500"/>
            </a:avLst>
          </a:prstGeom>
          <a:noFill/>
          <a:ln w="25400">
            <a:solidFill>
              <a:schemeClr val="accent1"/>
            </a:solidFill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6135D5-35D9-4D7A-8CD7-65D9587D858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01B520A-16B1-4B1B-93A2-AB3C6E868FE8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unbeam">
  <a:themeElements>
    <a:clrScheme name="Sunbeam">
      <a:dk1>
        <a:srgbClr val="2E2410"/>
      </a:dk1>
      <a:lt1>
        <a:srgbClr val="FFFDF6"/>
      </a:lt1>
      <a:dk2>
        <a:srgbClr val="6E5E3A"/>
      </a:dk2>
      <a:lt2>
        <a:srgbClr val="FBF1D6"/>
      </a:lt2>
      <a:accent1>
        <a:srgbClr val="F2A900"/>
      </a:accent1>
      <a:accent2>
        <a:srgbClr val="E2552C"/>
      </a:accent2>
      <a:accent3>
        <a:srgbClr val="3A8FB7"/>
      </a:accent3>
      <a:accent4>
        <a:srgbClr val="5C9E3F"/>
      </a:accent4>
      <a:accent5>
        <a:srgbClr val="9A4F9F"/>
      </a:accent5>
      <a:accent6>
        <a:srgbClr val="A08A5A"/>
      </a:accent6>
      <a:hlink>
        <a:srgbClr val="2F7AA0"/>
      </a:hlink>
      <a:folHlink>
        <a:srgbClr val="9A4F9F"/>
      </a:folHlink>
    </a:clrScheme>
    <a:fontScheme name="Trebuchet MS-Georgia">
      <a:majorFont>
        <a:latin typeface="Trebuchet MS"/>
        <a:ea typeface=""/>
        <a:cs typeface=""/>
      </a:majorFont>
      <a:minorFont>
        <a:latin typeface="Georgi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