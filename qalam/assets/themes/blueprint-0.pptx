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69"/>
          <p:cNvSpPr/>
          <p:nvPr userDrawn="1"/>
        </p:nvSpPr>
        <p:spPr>
          <a:xfrm>
            <a:off x="4876800" y="3545586"/>
            <a:ext cx="2438400" cy="2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1969"/>
            <a:ext cx="9144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1136"/>
            <a:ext cx="9144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print">
    <p:bg>
      <p:bgPr>
        <a:pattFill prst="sm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70"/>
          <p:cNvSpPr/>
          <p:nvPr userDrawn="1"/>
        </p:nvSpPr>
        <p:spPr>
          <a:xfrm>
            <a:off x="365760" y="308610"/>
            <a:ext cx="11460480" cy="6240780"/>
          </a:xfrm>
          <a:prstGeom prst="rect">
            <a:avLst/>
          </a:prstGeom>
          <a:noFill/>
          <a:ln w="9525">
            <a:solidFill>
              <a:schemeClr val="tx2"/>
            </a:solidFill>
            <a:prstDash val="dash"/>
          </a:ln>
        </p:spPr>
      </p:sp>
      <p:sp>
        <p:nvSpPr>
          <p:cNvPr id="8" name="Decoration 271"/>
          <p:cNvSpPr/>
          <p:nvPr userDrawn="1"/>
        </p:nvSpPr>
        <p:spPr>
          <a:xfrm>
            <a:off x="365760" y="308610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Decoration 272"/>
          <p:cNvSpPr/>
          <p:nvPr userDrawn="1"/>
        </p:nvSpPr>
        <p:spPr>
          <a:xfrm>
            <a:off x="11460480" y="6508242"/>
            <a:ext cx="365760" cy="41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EB7BC44-A762-49A3-B145-B6222BE41C49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4C1D5B6-BAA9-4DA4-81F3-BAECCF172865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Blueprint">
      <a:dk1>
        <a:srgbClr val="0F2A4A"/>
      </a:dk1>
      <a:lt1>
        <a:srgbClr val="F2F7FC"/>
      </a:lt1>
      <a:dk2>
        <a:srgbClr val="1D4573"/>
      </a:dk2>
      <a:lt2>
        <a:srgbClr val="9FC3E6"/>
      </a:lt2>
      <a:accent1>
        <a:srgbClr val="FFD166"/>
      </a:accent1>
      <a:accent2>
        <a:srgbClr val="7FD8FF"/>
      </a:accent2>
      <a:accent3>
        <a:srgbClr val="FF8C6B"/>
      </a:accent3>
      <a:accent4>
        <a:srgbClr val="9BE39B"/>
      </a:accent4>
      <a:accent5>
        <a:srgbClr val="D0A8FF"/>
      </a:accent5>
      <a:accent6>
        <a:srgbClr val="C8D8E8"/>
      </a:accent6>
      <a:hlink>
        <a:srgbClr val="7FD8FF"/>
      </a:hlink>
      <a:folHlink>
        <a:srgbClr val="D0A8FF"/>
      </a:folHlink>
    </a:clrScheme>
    <a:fontScheme name="Courier New-Verdana">
      <a:majorFont>
        <a:latin typeface="Courier New"/>
        <a:ea typeface=""/>
        <a:cs typeface=""/>
      </a:majorFont>
      <a:minorFont>
        <a:latin typeface="Verdana"/>
        <a:ea typeface=""/>
        <a:cs typeface=""/>
      </a:minorFont>
    </a:fontScheme>
    <a:fmtScheme name="Strong Outlin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1905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28575" cap="flat" cmpd="sng" algn="ctr">
          <a:solidFill>
            <a:schemeClr val="phClr">
              <a:shade val="50000"/>
            </a:schemeClr>
          </a:solidFill>
          <a:prstDash val="solid"/>
          <a:miter lim="800000"/>
        </a:ln>
        <a:ln w="38100" cap="flat" cmpd="sng" algn="ctr">
          <a:solidFill>
            <a:schemeClr val="phClr">
              <a:shade val="50000"/>
            </a:schemeClr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