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AF58452-F6CC-46D0-A6EF-A9235AE226F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938A88-36BE-47CF-AC47-6A12E4320792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">
  <a:themeElements>
    <a:clrScheme name="Paper Ink">
      <a:dk1>
        <a:srgbClr val="1E1F22"/>
      </a:dk1>
      <a:lt1>
        <a:srgbClr val="F2F2F2"/>
      </a:lt1>
      <a:dk2>
        <a:srgbClr val="34363B"/>
      </a:dk2>
      <a:lt2>
        <a:srgbClr val="B7BAC0"/>
      </a:lt2>
      <a:accent1>
        <a:srgbClr val="6EA8FE"/>
      </a:accent1>
      <a:accent2>
        <a:srgbClr val="F6C35C"/>
      </a:accent2>
      <a:accent3>
        <a:srgbClr val="7DD3A8"/>
      </a:accent3>
      <a:accent4>
        <a:srgbClr val="F08D7E"/>
      </a:accent4>
      <a:accent5>
        <a:srgbClr val="C3A6F7"/>
      </a:accent5>
      <a:accent6>
        <a:srgbClr val="8FC9E8"/>
      </a:accent6>
      <a:hlink>
        <a:srgbClr val="8AB8FF"/>
      </a:hlink>
      <a:folHlink>
        <a:srgbClr val="C9B0F5"/>
      </a:folHlink>
    </a:clrScheme>
    <a:fontScheme name="Arial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