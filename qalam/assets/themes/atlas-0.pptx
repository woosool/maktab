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7"/>
          <p:cNvSpPr/>
          <p:nvPr userDrawn="1"/>
        </p:nvSpPr>
        <p:spPr>
          <a:xfrm>
            <a:off x="5120640" y="3840480"/>
            <a:ext cx="1950720" cy="254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097280"/>
            <a:ext cx="9753600" cy="253746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114800"/>
            <a:ext cx="9753600" cy="1234440"/>
          </a:xfrm>
        </p:spPr>
        <p:txBody>
          <a:bodyPr anchor="t"/>
          <a:lstStyle>
            <a:lvl1pPr marL="0" indent="0" algn="ctr">
              <a:buNone/>
              <a:defRPr sz="2000"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8"/>
          <p:cNvSpPr/>
          <p:nvPr userDrawn="1"/>
        </p:nvSpPr>
        <p:spPr>
          <a:xfrm>
            <a:off x="853440" y="2057400"/>
            <a:ext cx="121920" cy="2468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783080"/>
            <a:ext cx="9753600" cy="27432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4663440"/>
            <a:ext cx="975360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tl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9"/>
          <p:cNvSpPr/>
          <p:nvPr userDrawn="1"/>
        </p:nvSpPr>
        <p:spPr>
          <a:xfrm>
            <a:off x="0" y="0"/>
            <a:ext cx="12192000" cy="20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0"/>
          <p:cNvSpPr/>
          <p:nvPr userDrawn="1"/>
        </p:nvSpPr>
        <p:spPr>
          <a:xfrm>
            <a:off x="0" y="205740"/>
            <a:ext cx="12192000" cy="41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7605B56-94AA-470E-879A-7603FD0F4D4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BC217E6-9960-47D3-94E3-99CEA5A5596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cap="all" spc="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—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tlas">
  <a:themeElements>
    <a:clrScheme name="Atlas">
      <a:dk1>
        <a:srgbClr val="1D2433"/>
      </a:dk1>
      <a:lt1>
        <a:srgbClr val="FFFFFF"/>
      </a:lt1>
      <a:dk2>
        <a:srgbClr val="4B5468"/>
      </a:dk2>
      <a:lt2>
        <a:srgbClr val="EDF0F5"/>
      </a:lt2>
      <a:accent1>
        <a:srgbClr val="2D4A8A"/>
      </a:accent1>
      <a:accent2>
        <a:srgbClr val="E0A43A"/>
      </a:accent2>
      <a:accent3>
        <a:srgbClr val="3F9E8F"/>
      </a:accent3>
      <a:accent4>
        <a:srgbClr val="C2504F"/>
      </a:accent4>
      <a:accent5>
        <a:srgbClr val="7A5EA8"/>
      </a:accent5>
      <a:accent6>
        <a:srgbClr val="5A7389"/>
      </a:accent6>
      <a:hlink>
        <a:srgbClr val="2D4A8A"/>
      </a:hlink>
      <a:folHlink>
        <a:srgbClr val="7A5EA8"/>
      </a:folHlink>
    </a:clrScheme>
    <a:fontScheme name="Raleway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