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29"/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30"/>
          <p:cNvSpPr/>
          <p:nvPr userDrawn="1"/>
        </p:nvSpPr>
        <p:spPr>
          <a:xfrm>
            <a:off x="4389120" y="0"/>
            <a:ext cx="975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0640" y="1234440"/>
            <a:ext cx="633984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20640" y="4251960"/>
            <a:ext cx="633984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31"/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8" name="Decoration 132"/>
          <p:cNvSpPr/>
          <p:nvPr userDrawn="1"/>
        </p:nvSpPr>
        <p:spPr>
          <a:xfrm>
            <a:off x="4389120" y="0"/>
            <a:ext cx="9753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0" y="1508760"/>
            <a:ext cx="6339840" cy="301752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0640" y="4732020"/>
            <a:ext cx="633984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d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33"/>
          <p:cNvSpPr/>
          <p:nvPr userDrawn="1"/>
        </p:nvSpPr>
        <p:spPr>
          <a:xfrm>
            <a:off x="512064" y="548640"/>
            <a:ext cx="19050" cy="5760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331AEE-5583-42CB-8DDE-EC4D8974CBEC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F4B0E76-EB3D-4247-B4DB-FE09E0E3435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dger">
  <a:themeElements>
    <a:clrScheme name="Ledger">
      <a:dk1>
        <a:srgbClr val="1E2224"/>
      </a:dk1>
      <a:lt1>
        <a:srgbClr val="FFFFFF"/>
      </a:lt1>
      <a:dk2>
        <a:srgbClr val="4F5A60"/>
      </a:dk2>
      <a:lt2>
        <a:srgbClr val="EEF1F2"/>
      </a:lt2>
      <a:accent1>
        <a:srgbClr val="23463F"/>
      </a:accent1>
      <a:accent2>
        <a:srgbClr val="B8862B"/>
      </a:accent2>
      <a:accent3>
        <a:srgbClr val="4D7AA0"/>
      </a:accent3>
      <a:accent4>
        <a:srgbClr val="A8483C"/>
      </a:accent4>
      <a:accent5>
        <a:srgbClr val="6E5A8F"/>
      </a:accent5>
      <a:accent6>
        <a:srgbClr val="7F8C6A"/>
      </a:accent6>
      <a:hlink>
        <a:srgbClr val="23463F"/>
      </a:hlink>
      <a:folHlink>
        <a:srgbClr val="6E5A8F"/>
      </a:folHlink>
    </a:clrScheme>
    <a:fontScheme name="Georgia-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