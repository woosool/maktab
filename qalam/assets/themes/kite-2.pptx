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61"/>
          <p:cNvSpPr/>
          <p:nvPr userDrawn="1"/>
        </p:nvSpPr>
        <p:spPr>
          <a:xfrm flipH="1" flipV="1">
            <a:off x="7559040" y="0"/>
            <a:ext cx="4632960" cy="42519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62"/>
          <p:cNvSpPr/>
          <p:nvPr userDrawn="1"/>
        </p:nvSpPr>
        <p:spPr>
          <a:xfrm flipH="1" flipV="1">
            <a:off x="9509760" y="0"/>
            <a:ext cx="2682240" cy="246888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63"/>
          <p:cNvSpPr/>
          <p:nvPr userDrawn="1"/>
        </p:nvSpPr>
        <p:spPr>
          <a:xfrm>
            <a:off x="0" y="4800600"/>
            <a:ext cx="2194560" cy="20574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1783080"/>
            <a:ext cx="7315200" cy="2331720"/>
          </a:xfrm>
        </p:spPr>
        <p:txBody>
          <a:bodyPr anchor="b"/>
          <a:lstStyle>
            <a:lvl1pPr algn="l">
              <a:defRPr sz="5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4320540"/>
            <a:ext cx="6827520" cy="109728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098" y="1714500"/>
            <a:ext cx="10477804" cy="28604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098" y="4601718"/>
            <a:ext cx="10477804" cy="150464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K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64"/>
          <p:cNvSpPr/>
          <p:nvPr userDrawn="1"/>
        </p:nvSpPr>
        <p:spPr>
          <a:xfrm flipH="1" flipV="1">
            <a:off x="10972800" y="0"/>
            <a:ext cx="1219200" cy="116586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65"/>
          <p:cNvSpPr/>
          <p:nvPr userDrawn="1"/>
        </p:nvSpPr>
        <p:spPr>
          <a:xfrm flipH="1" flipV="1">
            <a:off x="11460480" y="0"/>
            <a:ext cx="731520" cy="6858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" name="Decoration 166"/>
          <p:cNvSpPr/>
          <p:nvPr userDrawn="1"/>
        </p:nvSpPr>
        <p:spPr>
          <a:xfrm>
            <a:off x="0" y="6035040"/>
            <a:ext cx="609600" cy="82296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189E3A8-25CB-4102-9F0D-654ED84FE591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45154CE-06A9-4AB7-BE42-E4BDE19AE39E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/>
        <a:buChar char="◆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Font typeface="Arial"/>
        <a:buChar char="◆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ite">
  <a:themeElements>
    <a:clrScheme name="Kite Candy">
      <a:dk1>
        <a:srgbClr val="2A2230"/>
      </a:dk1>
      <a:lt1>
        <a:srgbClr val="FFFAFC"/>
      </a:lt1>
      <a:dk2>
        <a:srgbClr val="6A5A70"/>
      </a:dk2>
      <a:lt2>
        <a:srgbClr val="F6EAF1"/>
      </a:lt2>
      <a:accent1>
        <a:srgbClr val="E05297"/>
      </a:accent1>
      <a:accent2>
        <a:srgbClr val="3BB4C1"/>
      </a:accent2>
      <a:accent3>
        <a:srgbClr val="F9A03F"/>
      </a:accent3>
      <a:accent4>
        <a:srgbClr val="7D5BA6"/>
      </a:accent4>
      <a:accent5>
        <a:srgbClr val="8BC34A"/>
      </a:accent5>
      <a:accent6>
        <a:srgbClr val="3F51B5"/>
      </a:accent6>
      <a:hlink>
        <a:srgbClr val="3F51B5"/>
      </a:hlink>
      <a:folHlink>
        <a:srgbClr val="7D5BA6"/>
      </a:folHlink>
    </a:clrScheme>
    <a:fontScheme name="Trebuchet MS-Georgia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Soft Shadow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