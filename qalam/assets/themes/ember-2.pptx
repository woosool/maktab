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31"/>
          <p:cNvSpPr/>
          <p:nvPr userDrawn="1"/>
        </p:nvSpPr>
        <p:spPr>
          <a:xfrm>
            <a:off x="7071360" y="548640"/>
            <a:ext cx="6096000" cy="6096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</p:sp>
      <p:sp>
        <p:nvSpPr>
          <p:cNvPr id="8" name="Decoration 232"/>
          <p:cNvSpPr/>
          <p:nvPr userDrawn="1"/>
        </p:nvSpPr>
        <p:spPr>
          <a:xfrm>
            <a:off x="8290560" y="1645920"/>
            <a:ext cx="3169920" cy="3169920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</p:sp>
      <p:sp>
        <p:nvSpPr>
          <p:cNvPr id="9" name="Decoration 233"/>
          <p:cNvSpPr/>
          <p:nvPr userDrawn="1"/>
        </p:nvSpPr>
        <p:spPr>
          <a:xfrm>
            <a:off x="975360" y="3977640"/>
            <a:ext cx="1219200" cy="3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371600"/>
            <a:ext cx="7315200" cy="2468880"/>
          </a:xfr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4251960"/>
            <a:ext cx="6705600" cy="123444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C1E4C-4A25-45CB-ADA0-95F0BC706AD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BA960-E678-49B2-9699-164CD501EF3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C1E4C-4A25-45CB-ADA0-95F0BC706AD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BA960-E678-49B2-9699-164CD501EF3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C1E4C-4A25-45CB-ADA0-95F0BC706AD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BA960-E678-49B2-9699-164CD501EF3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C1E4C-4A25-45CB-ADA0-95F0BC706AD2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BA960-E678-49B2-9699-164CD501EF3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C1E4C-4A25-45CB-ADA0-95F0BC706AD2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BA960-E678-49B2-9699-164CD501EF3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C1E4C-4A25-45CB-ADA0-95F0BC706AD2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BA960-E678-49B2-9699-164CD501EF3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C1E4C-4A25-45CB-ADA0-95F0BC706AD2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BA960-E678-49B2-9699-164CD501EF3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C1E4C-4A25-45CB-ADA0-95F0BC706AD2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BA960-E678-49B2-9699-164CD501EF3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C1E4C-4A25-45CB-ADA0-95F0BC706AD2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BA960-E678-49B2-9699-164CD501EF3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C1E4C-4A25-45CB-ADA0-95F0BC706AD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BA960-E678-49B2-9699-164CD501EF3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C1E4C-4A25-45CB-ADA0-95F0BC706AD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BA960-E678-49B2-9699-164CD501EF3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Ember">
    <p:bg>
      <p:bgPr>
        <a:gradFill rotWithShape="1">
          <a:gsLst>
            <a:gs pos="0">
              <a:schemeClr val="bg2"/>
            </a:gs>
            <a:gs pos="100000">
              <a:schemeClr val="bg1"/>
            </a:gs>
          </a:gsLst>
          <a:path path="circle">
            <a:fillToRect l="30000" t="25000" r="70000" b="7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34"/>
          <p:cNvSpPr/>
          <p:nvPr userDrawn="1"/>
        </p:nvSpPr>
        <p:spPr>
          <a:xfrm>
            <a:off x="-1219200" y="3977640"/>
            <a:ext cx="3901440" cy="3901440"/>
          </a:xfrm>
          <a:prstGeom prst="ellipse">
            <a:avLst/>
          </a:prstGeom>
          <a:solidFill>
            <a:schemeClr val="accent1">
              <a:alpha val="16000"/>
            </a:schemeClr>
          </a:solidFill>
          <a:ln>
            <a:noFill/>
          </a:ln>
        </p:spPr>
      </p:sp>
      <p:sp>
        <p:nvSpPr>
          <p:cNvPr id="8" name="Decoration 235"/>
          <p:cNvSpPr/>
          <p:nvPr userDrawn="1"/>
        </p:nvSpPr>
        <p:spPr>
          <a:xfrm>
            <a:off x="838200" y="1796796"/>
            <a:ext cx="731520" cy="3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69C1E4C-4A25-45CB-ADA0-95F0BC706AD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D4BA960-E678-49B2-9699-164CD501EF38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mber">
  <a:themeElements>
    <a:clrScheme name="Ember Ash">
      <a:dk1>
        <a:srgbClr val="1B1B1D"/>
      </a:dk1>
      <a:lt1>
        <a:srgbClr val="F0EEEB"/>
      </a:lt1>
      <a:dk2>
        <a:srgbClr val="33302E"/>
      </a:dk2>
      <a:lt2>
        <a:srgbClr val="C2BBB3"/>
      </a:lt2>
      <a:accent1>
        <a:srgbClr val="E8A33D"/>
      </a:accent1>
      <a:accent2>
        <a:srgbClr val="D9644A"/>
      </a:accent2>
      <a:accent3>
        <a:srgbClr val="86B3A0"/>
      </a:accent3>
      <a:accent4>
        <a:srgbClr val="8EA2D0"/>
      </a:accent4>
      <a:accent5>
        <a:srgbClr val="C5A0C8"/>
      </a:accent5>
      <a:accent6>
        <a:srgbClr val="B8B08A"/>
      </a:accent6>
      <a:hlink>
        <a:srgbClr val="F0C070"/>
      </a:hlink>
      <a:folHlink>
        <a:srgbClr val="D0B0D8"/>
      </a:folHlink>
    </a:clrScheme>
    <a:fontScheme name="Palatino-Arial">
      <a:majorFont>
        <a:latin typeface="Palatino"/>
        <a:ea typeface=""/>
        <a:cs typeface=""/>
      </a:majorFont>
      <a:minorFont>
        <a:latin typeface="Arial"/>
        <a:ea typeface=""/>
        <a:cs typeface=""/>
      </a:minorFont>
    </a:fontScheme>
    <a:fmtScheme name="Glow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</a:schemeClr>
            </a:gs>
            <a:gs pos="100000">
              <a:schemeClr val="phClr">
                <a:shade val="70000"/>
              </a:schemeClr>
            </a:gs>
          </a:gsLst>
          <a:path path="circle">
            <a:fillToRect l="50000" t="30000" r="50000" b="7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>
            <a:glow rad="63500">
              <a:schemeClr val="phClr">
                <a:alpha val="40000"/>
              </a:schemeClr>
            </a:glow>
          </a:effectLst>
        </a:effectStyle>
        <a:effectStyle>
          <a:effectLst>
            <a:glow rad="101600">
              <a:schemeClr val="phClr">
                <a:alpha val="40000"/>
              </a:schemeClr>
            </a:glo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