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65"/>
          <p:cNvSpPr/>
          <p:nvPr userDrawn="1"/>
        </p:nvSpPr>
        <p:spPr>
          <a:xfrm>
            <a:off x="853440" y="2057400"/>
            <a:ext cx="97536" cy="2331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66"/>
          <p:cNvSpPr/>
          <p:nvPr userDrawn="1"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783080"/>
            <a:ext cx="9753600" cy="178308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703320"/>
            <a:ext cx="9753600" cy="96012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67"/>
          <p:cNvSpPr/>
          <p:nvPr userDrawn="1"/>
        </p:nvSpPr>
        <p:spPr>
          <a:xfrm>
            <a:off x="853440" y="2468880"/>
            <a:ext cx="97536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645920"/>
            <a:ext cx="9753600" cy="288036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4663440"/>
            <a:ext cx="975360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68"/>
          <p:cNvSpPr/>
          <p:nvPr userDrawn="1"/>
        </p:nvSpPr>
        <p:spPr>
          <a:xfrm>
            <a:off x="914400" y="1673352"/>
            <a:ext cx="85344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DB816C2-2470-4E30-9833-7CF342CE20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238AA94-D5C9-4A62-A948-7A3057E45D77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ate">
  <a:themeElements>
    <a:clrScheme name="Slate Warm">
      <a:dk1>
        <a:srgbClr val="24201E"/>
      </a:dk1>
      <a:lt1>
        <a:srgbClr val="EFEBE8"/>
      </a:lt1>
      <a:dk2>
        <a:srgbClr val="35302D"/>
      </a:dk2>
      <a:lt2>
        <a:srgbClr val="B8AFA8"/>
      </a:lt2>
      <a:accent1>
        <a:srgbClr val="E07A4A"/>
      </a:accent1>
      <a:accent2>
        <a:srgbClr val="F2C14E"/>
      </a:accent2>
      <a:accent3>
        <a:srgbClr val="6AB0A0"/>
      </a:accent3>
      <a:accent4>
        <a:srgbClr val="8FA8E0"/>
      </a:accent4>
      <a:accent5>
        <a:srgbClr val="D08AA8"/>
      </a:accent5>
      <a:accent6>
        <a:srgbClr val="C8C0B0"/>
      </a:accent6>
      <a:hlink>
        <a:srgbClr val="F0A080"/>
      </a:hlink>
      <a:folHlink>
        <a:srgbClr val="D0A8C8"/>
      </a:folHlink>
    </a:clrScheme>
    <a:fontScheme name="Helvetica-Arial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