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9"/>
          <p:cNvSpPr/>
          <p:nvPr userDrawn="1"/>
        </p:nvSpPr>
        <p:spPr>
          <a:xfrm>
            <a:off x="8778240" y="0"/>
            <a:ext cx="34137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0"/>
          <p:cNvSpPr/>
          <p:nvPr userDrawn="1"/>
        </p:nvSpPr>
        <p:spPr>
          <a:xfrm>
            <a:off x="8778240" y="0"/>
            <a:ext cx="14630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097280"/>
            <a:ext cx="7071360" cy="288036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251960"/>
            <a:ext cx="707136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A122-A2B3-452E-8AA9-6528A08E490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F5B8-2336-4C3C-9D23-AC2BC4177AC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A122-A2B3-452E-8AA9-6528A08E490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F5B8-2336-4C3C-9D23-AC2BC4177AC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1"/>
          <p:cNvSpPr/>
          <p:nvPr userDrawn="1"/>
        </p:nvSpPr>
        <p:spPr>
          <a:xfrm>
            <a:off x="975360" y="4800600"/>
            <a:ext cx="219456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1371600"/>
            <a:ext cx="10241280" cy="315468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5074920"/>
            <a:ext cx="10241280" cy="109728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A122-A2B3-452E-8AA9-6528A08E490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F5B8-2336-4C3C-9D23-AC2BC4177AC2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A122-A2B3-452E-8AA9-6528A08E490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F5B8-2336-4C3C-9D23-AC2BC4177AC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A122-A2B3-452E-8AA9-6528A08E490F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F5B8-2336-4C3C-9D23-AC2BC4177AC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A122-A2B3-452E-8AA9-6528A08E490F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F5B8-2336-4C3C-9D23-AC2BC4177AC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A122-A2B3-452E-8AA9-6528A08E490F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F5B8-2336-4C3C-9D23-AC2BC4177AC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A122-A2B3-452E-8AA9-6528A08E490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F5B8-2336-4C3C-9D23-AC2BC4177AC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A122-A2B3-452E-8AA9-6528A08E490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F5B8-2336-4C3C-9D23-AC2BC4177AC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A122-A2B3-452E-8AA9-6528A08E490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F5B8-2336-4C3C-9D23-AC2BC4177AC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A122-A2B3-452E-8AA9-6528A08E490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F5B8-2336-4C3C-9D23-AC2BC4177AC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eridi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2"/>
          <p:cNvSpPr/>
          <p:nvPr userDrawn="1"/>
        </p:nvSpPr>
        <p:spPr>
          <a:xfrm>
            <a:off x="487680" y="617220"/>
            <a:ext cx="73152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1C1A122-A2B3-452E-8AA9-6528A08E490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587F5B8-2336-4C3C-9D23-AC2BC4177AC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eridian">
  <a:themeElements>
    <a:clrScheme name="Meridian Coast">
      <a:dk1>
        <a:srgbClr val="14303A"/>
      </a:dk1>
      <a:lt1>
        <a:srgbClr val="F6FBFB"/>
      </a:lt1>
      <a:dk2>
        <a:srgbClr val="3D6370"/>
      </a:dk2>
      <a:lt2>
        <a:srgbClr val="DCECEE"/>
      </a:lt2>
      <a:accent1>
        <a:srgbClr val="0F6B75"/>
      </a:accent1>
      <a:accent2>
        <a:srgbClr val="F07B4F"/>
      </a:accent2>
      <a:accent3>
        <a:srgbClr val="E6B43C"/>
      </a:accent3>
      <a:accent4>
        <a:srgbClr val="5B7FBF"/>
      </a:accent4>
      <a:accent5>
        <a:srgbClr val="8A5BA8"/>
      </a:accent5>
      <a:accent6>
        <a:srgbClr val="4C9A6A"/>
      </a:accent6>
      <a:hlink>
        <a:srgbClr val="0F6B75"/>
      </a:hlink>
      <a:folHlink>
        <a:srgbClr val="8A5BA8"/>
      </a:folHlink>
    </a:clrScheme>
    <a:fontScheme name="Trebuchet MS-Trebuchet M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