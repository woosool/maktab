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17"/>
          <p:cNvSpPr/>
          <p:nvPr userDrawn="1"/>
        </p:nvSpPr>
        <p:spPr>
          <a:xfrm>
            <a:off x="7315200" y="411480"/>
            <a:ext cx="5852160" cy="5852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18"/>
          <p:cNvSpPr/>
          <p:nvPr userDrawn="1"/>
        </p:nvSpPr>
        <p:spPr>
          <a:xfrm>
            <a:off x="6827520" y="0"/>
            <a:ext cx="6827520" cy="682752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9" name="Decoration 119"/>
          <p:cNvSpPr/>
          <p:nvPr userDrawn="1"/>
        </p:nvSpPr>
        <p:spPr>
          <a:xfrm>
            <a:off x="10728960" y="4251960"/>
            <a:ext cx="853440" cy="853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096000" cy="260604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25196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0"/>
          <p:cNvSpPr/>
          <p:nvPr userDrawn="1"/>
        </p:nvSpPr>
        <p:spPr>
          <a:xfrm>
            <a:off x="9509760" y="1234440"/>
            <a:ext cx="3657600" cy="36576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rb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21"/>
          <p:cNvSpPr/>
          <p:nvPr userDrawn="1"/>
        </p:nvSpPr>
        <p:spPr>
          <a:xfrm>
            <a:off x="10789920" y="-754380"/>
            <a:ext cx="2072640" cy="2072640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8" name="Decoration 122"/>
          <p:cNvSpPr/>
          <p:nvPr userDrawn="1"/>
        </p:nvSpPr>
        <p:spPr>
          <a:xfrm>
            <a:off x="10424160" y="-1097280"/>
            <a:ext cx="2926080" cy="2926080"/>
          </a:xfrm>
          <a:prstGeom prst="ellipse">
            <a:avLst/>
          </a:prstGeom>
          <a:noFill/>
          <a:ln w="15875">
            <a:solidFill>
              <a:schemeClr val="accent2">
                <a:alpha val="70000"/>
              </a:schemeClr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1BED55-1A7C-4A4F-B1FA-37A585D5449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2E82959-F31A-4355-9007-3105DCCAE087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●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 Space">
      <a:dk1>
        <a:srgbClr val="0D1024"/>
      </a:dk1>
      <a:lt1>
        <a:srgbClr val="EEF0FF"/>
      </a:lt1>
      <a:dk2>
        <a:srgbClr val="191D3D"/>
      </a:dk2>
      <a:lt2>
        <a:srgbClr val="A8ACD6"/>
      </a:lt2>
      <a:accent1>
        <a:srgbClr val="7C80FF"/>
      </a:accent1>
      <a:accent2>
        <a:srgbClr val="3FE0D0"/>
      </a:accent2>
      <a:accent3>
        <a:srgbClr val="FFB259"/>
      </a:accent3>
      <a:accent4>
        <a:srgbClr val="FF6FA5"/>
      </a:accent4>
      <a:accent5>
        <a:srgbClr val="9AE66E"/>
      </a:accent5>
      <a:accent6>
        <a:srgbClr val="B0B6E8"/>
      </a:accent6>
      <a:hlink>
        <a:srgbClr val="9DA0FF"/>
      </a:hlink>
      <a:folHlink>
        <a:srgbClr val="FF9AC5"/>
      </a:folHlink>
    </a:clrScheme>
    <a:fontScheme name="Tahoma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