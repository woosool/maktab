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0"/>
          <p:cNvSpPr/>
          <p:nvPr userDrawn="1"/>
        </p:nvSpPr>
        <p:spPr>
          <a:xfrm>
            <a:off x="487680" y="411480"/>
            <a:ext cx="11216640" cy="603504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sp>
      <p:sp>
        <p:nvSpPr>
          <p:cNvPr id="8" name="Decoration 41"/>
          <p:cNvSpPr/>
          <p:nvPr userDrawn="1"/>
        </p:nvSpPr>
        <p:spPr>
          <a:xfrm>
            <a:off x="609600" y="534924"/>
            <a:ext cx="10972800" cy="5788152"/>
          </a:xfrm>
          <a:prstGeom prst="rect">
            <a:avLst/>
          </a:prstGeom>
          <a:noFill/>
          <a:ln w="6350">
            <a:solidFill>
              <a:schemeClr val="accent1">
                <a:alpha val="50000"/>
              </a:schemeClr>
            </a:solidFill>
          </a:ln>
        </p:spPr>
      </p:sp>
      <p:sp>
        <p:nvSpPr>
          <p:cNvPr id="9" name="Decoration 42"/>
          <p:cNvSpPr/>
          <p:nvPr userDrawn="1"/>
        </p:nvSpPr>
        <p:spPr>
          <a:xfrm>
            <a:off x="5486400" y="3806190"/>
            <a:ext cx="12192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1165860"/>
            <a:ext cx="9265920" cy="246888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040" y="4114800"/>
            <a:ext cx="9265920" cy="12344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3"/>
          <p:cNvSpPr/>
          <p:nvPr userDrawn="1"/>
        </p:nvSpPr>
        <p:spPr>
          <a:xfrm>
            <a:off x="853440" y="4732020"/>
            <a:ext cx="97536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4"/>
          <p:cNvSpPr/>
          <p:nvPr userDrawn="1"/>
        </p:nvSpPr>
        <p:spPr>
          <a:xfrm>
            <a:off x="838200" y="274320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8" name="Decoration 45"/>
          <p:cNvSpPr/>
          <p:nvPr userDrawn="1"/>
        </p:nvSpPr>
        <p:spPr>
          <a:xfrm>
            <a:off x="838200" y="329184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9" name="Decoration 46"/>
          <p:cNvSpPr/>
          <p:nvPr userDrawn="1"/>
        </p:nvSpPr>
        <p:spPr>
          <a:xfrm>
            <a:off x="838200" y="6275070"/>
            <a:ext cx="10515600" cy="635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C3F2B3D-3112-4CFF-ADD0-EB84389B34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82A7AB2-F020-47F5-82C3-CA906EC61B4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·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 Linen">
      <a:dk1>
        <a:srgbClr val="2C2A27"/>
      </a:dk1>
      <a:lt1>
        <a:srgbClr val="F8F6F1"/>
      </a:lt1>
      <a:dk2>
        <a:srgbClr val="6E6A63"/>
      </a:dk2>
      <a:lt2>
        <a:srgbClr val="E9E4DA"/>
      </a:lt2>
      <a:accent1>
        <a:srgbClr val="4A5A73"/>
      </a:accent1>
      <a:accent2>
        <a:srgbClr val="A8763E"/>
      </a:accent2>
      <a:accent3>
        <a:srgbClr val="6E7F55"/>
      </a:accent3>
      <a:accent4>
        <a:srgbClr val="8F4B4B"/>
      </a:accent4>
      <a:accent5>
        <a:srgbClr val="6A5D85"/>
      </a:accent5>
      <a:accent6>
        <a:srgbClr val="8A8576"/>
      </a:accent6>
      <a:hlink>
        <a:srgbClr val="4A5A73"/>
      </a:hlink>
      <a:folHlink>
        <a:srgbClr val="6A5D85"/>
      </a:folHlink>
    </a:clrScheme>
    <a:fontScheme name="Playfair Display-Georgia">
      <a:majorFont>
        <a:latin typeface="Playfair Display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