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6"/>
  </p:sldMasterIdLst>
  <p:sldIdLst>
    <p:sldId id="256" r:id="rId7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Master" Target="slideMasters/slideMaster2.xml"/><Relationship Id="rId7" Type="http://schemas.openxmlformats.org/officeDocument/2006/relationships/slide" Target="slides/slide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144"/>
          <p:cNvSpPr/>
          <p:nvPr userDrawn="1"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Decoration 145"/>
          <p:cNvSpPr/>
          <p:nvPr userDrawn="1"/>
        </p:nvSpPr>
        <p:spPr>
          <a:xfrm>
            <a:off x="4389120" y="0"/>
            <a:ext cx="9753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20640" y="1234440"/>
            <a:ext cx="6339840" cy="2743200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20640" y="4251960"/>
            <a:ext cx="6339840" cy="13716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0" indent="0" algn="l">
              <a:buNone/>
              <a:defRPr sz="1800">
                <a:solidFill>
                  <a:schemeClr val="tx2"/>
                </a:solidFill>
              </a:defRPr>
            </a:lvl2pPr>
            <a:lvl3pPr marL="0" indent="0" algn="l">
              <a:buNone/>
              <a:defRPr sz="1600">
                <a:solidFill>
                  <a:schemeClr val="tx2"/>
                </a:solidFill>
              </a:defRPr>
            </a:lvl3pPr>
            <a:lvl4pPr marL="0" indent="0" algn="l">
              <a:buNone/>
              <a:defRPr sz="1400">
                <a:solidFill>
                  <a:schemeClr val="tx2"/>
                </a:solidFill>
              </a:defRPr>
            </a:lvl4pPr>
            <a:lvl5pPr marL="0" indent="0" algn="l">
              <a:buNone/>
              <a:defRPr sz="1400">
                <a:solidFill>
                  <a:schemeClr val="tx2"/>
                </a:solidFill>
              </a:defRPr>
            </a:lvl5pPr>
          </a:lstStyle>
          <a:p>
            <a:r>
              <a:rPr lang="en-US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683A4-5AAC-43F7-844F-37B2B97A1975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FD58D-F008-4BB8-9A0B-6C8018CAE83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683A4-5AAC-43F7-844F-37B2B97A1975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FD58D-F008-4BB8-9A0B-6C8018CAE83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146"/>
          <p:cNvSpPr/>
          <p:nvPr userDrawn="1"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</p:sp>
      <p:sp>
        <p:nvSpPr>
          <p:cNvPr id="8" name="Decoration 147"/>
          <p:cNvSpPr/>
          <p:nvPr userDrawn="1"/>
        </p:nvSpPr>
        <p:spPr>
          <a:xfrm>
            <a:off x="4389120" y="0"/>
            <a:ext cx="9753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0640" y="1508760"/>
            <a:ext cx="6339840" cy="3017520"/>
          </a:xfrm>
        </p:spPr>
        <p:txBody>
          <a:bodyPr anchor="b"/>
          <a:lstStyle>
            <a:lvl1pPr algn="l">
              <a:defRPr sz="44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0640" y="4732020"/>
            <a:ext cx="6339840" cy="1371600"/>
          </a:xfrm>
        </p:spPr>
        <p:txBody>
          <a:bodyPr anchor="t"/>
          <a:lstStyle>
            <a:lvl1pPr marL="0" indent="0" algn="l">
              <a:buNone/>
              <a:defRPr sz="2000"/>
            </a:lvl1pPr>
            <a:lvl2pPr marL="0" indent="0" algn="l">
              <a:buNone/>
              <a:defRPr sz="1800"/>
            </a:lvl2pPr>
            <a:lvl3pPr marL="0" indent="0" algn="l">
              <a:buNone/>
              <a:defRPr sz="16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683A4-5AAC-43F7-844F-37B2B97A1975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FD58D-F008-4BB8-9A0B-6C8018CAE83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683A4-5AAC-43F7-844F-37B2B97A1975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FD58D-F008-4BB8-9A0B-6C8018CAE83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211809"/>
          </a:xfrm>
        </p:spPr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2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84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84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683A4-5AAC-43F7-844F-37B2B97A1975}" type="datetimeFigureOut">
              <a:rPr lang="en-US"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FD58D-F008-4BB8-9A0B-6C8018CAE83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683A4-5AAC-43F7-844F-37B2B97A1975}" type="datetimeFigureOut">
              <a:rPr lang="en-US"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FD58D-F008-4BB8-9A0B-6C8018CAE83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683A4-5AAC-43F7-844F-37B2B97A1975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FD58D-F008-4BB8-9A0B-6C8018CAE83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683A4-5AAC-43F7-844F-37B2B97A1975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FD58D-F008-4BB8-9A0B-6C8018CAE83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683A4-5AAC-43F7-844F-37B2B97A1975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FD58D-F008-4BB8-9A0B-6C8018CAE83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683A4-5AAC-43F7-844F-37B2B97A1975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FD58D-F008-4BB8-9A0B-6C8018CAE83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orient="vert"/>
          </p:nvPr>
        </p:nvSpPr>
        <p:spPr>
          <a:xfrm>
            <a:off x="8953195" y="365531"/>
            <a:ext cx="2400605" cy="5811470"/>
          </a:xfrm>
        </p:spPr>
        <p:txBody>
          <a:bodyPr vert="eaVert"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531"/>
            <a:ext cx="7810195" cy="5811470"/>
          </a:xfrm>
        </p:spPr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683A4-5AAC-43F7-844F-37B2B97A1975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FD58D-F008-4BB8-9A0B-6C8018CAE83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edg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148"/>
          <p:cNvSpPr/>
          <p:nvPr userDrawn="1"/>
        </p:nvSpPr>
        <p:spPr>
          <a:xfrm>
            <a:off x="512064" y="548640"/>
            <a:ext cx="19050" cy="5760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4525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00"/>
            <a:ext cx="10515600" cy="4351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DC683A4-5AAC-43F7-844F-37B2B97A1975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355994"/>
            <a:ext cx="39624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D6BFD58D-F008-4BB8-9A0B-6C8018CAE832}" type="slidenum">
              <a:rPr lang="en-US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Arial"/>
        <a:buChar char="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entered 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</p:sld>
</file>

<file path=ppt/theme/theme1.xml><?xml version="1.0" encoding="utf-8"?>
<a:theme xmlns:a="http://schemas.openxmlformats.org/drawingml/2006/main" name="Default Theme">
  <a:themeElements>
    <a:clrScheme name="Defaul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faul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edger">
  <a:themeElements>
    <a:clrScheme name="Ledger Carbon">
      <a:dk1>
        <a:srgbClr val="16191B"/>
      </a:dk1>
      <a:lt1>
        <a:srgbClr val="EBEDEE"/>
      </a:lt1>
      <a:dk2>
        <a:srgbClr val="262B2E"/>
      </a:dk2>
      <a:lt2>
        <a:srgbClr val="AAB2B7"/>
      </a:lt2>
      <a:accent1>
        <a:srgbClr val="6FB3A4"/>
      </a:accent1>
      <a:accent2>
        <a:srgbClr val="E0B65C"/>
      </a:accent2>
      <a:accent3>
        <a:srgbClr val="7FA6D6"/>
      </a:accent3>
      <a:accent4>
        <a:srgbClr val="E08A7A"/>
      </a:accent4>
      <a:accent5>
        <a:srgbClr val="B4A0D8"/>
      </a:accent5>
      <a:accent6>
        <a:srgbClr val="B8C08A"/>
      </a:accent6>
      <a:hlink>
        <a:srgbClr val="8FC8F0"/>
      </a:hlink>
      <a:folHlink>
        <a:srgbClr val="C8B4F0"/>
      </a:folHlink>
    </a:clrScheme>
    <a:fontScheme name="Georgia-Arial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Flat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3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</a:schemeClr>
            </a:gs>
            <a:gs pos="100000">
              <a:schemeClr val="phClr">
                <a:shade val="9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78000"/>
              </a:schemeClr>
            </a:gs>
          </a:gsLst>
          <a:path path="circle">
            <a:fillToRect l="50000" t="30000" r="50000" b="7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@office-kit/pptx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</cp:coreProperties>
</file>