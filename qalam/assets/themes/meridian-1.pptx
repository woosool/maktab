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5"/>
          <p:cNvSpPr/>
          <p:nvPr userDrawn="1"/>
        </p:nvSpPr>
        <p:spPr>
          <a:xfrm>
            <a:off x="8778240" y="0"/>
            <a:ext cx="341376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6"/>
          <p:cNvSpPr/>
          <p:nvPr userDrawn="1"/>
        </p:nvSpPr>
        <p:spPr>
          <a:xfrm>
            <a:off x="8778240" y="0"/>
            <a:ext cx="14630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1097280"/>
            <a:ext cx="7071360" cy="2880360"/>
          </a:xfrm>
        </p:spPr>
        <p:txBody>
          <a:bodyPr anchor="b"/>
          <a:lstStyle>
            <a:lvl1pPr algn="l">
              <a:defRPr sz="54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5360" y="4251960"/>
            <a:ext cx="7071360" cy="13716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5F577-68D8-4E9E-88CB-277135C81E07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CBF14-A18C-447B-A657-043CD21ED56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5F577-68D8-4E9E-88CB-277135C81E07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CBF14-A18C-447B-A657-043CD21ED56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7"/>
          <p:cNvSpPr/>
          <p:nvPr userDrawn="1"/>
        </p:nvSpPr>
        <p:spPr>
          <a:xfrm>
            <a:off x="975360" y="4800600"/>
            <a:ext cx="219456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60" y="1371600"/>
            <a:ext cx="10241280" cy="3154680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5360" y="5074920"/>
            <a:ext cx="10241280" cy="1097280"/>
          </a:xfrm>
        </p:spPr>
        <p:txBody>
          <a:bodyPr anchor="t"/>
          <a:lstStyle>
            <a:lvl1pPr marL="0" indent="0" algn="l">
              <a:buNone/>
              <a:defRPr sz="2000"/>
            </a:lvl1pPr>
            <a:lvl2pPr marL="0" indent="0" algn="l">
              <a:buNone/>
              <a:defRPr sz="1800"/>
            </a:lvl2pPr>
            <a:lvl3pPr marL="0" indent="0" algn="l">
              <a:buNone/>
              <a:defRPr sz="16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5F577-68D8-4E9E-88CB-277135C81E07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CBF14-A18C-447B-A657-043CD21ED560}" type="slidenum">
              <a:rPr lang="en-US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5F577-68D8-4E9E-88CB-277135C81E07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CBF14-A18C-447B-A657-043CD21ED56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5F577-68D8-4E9E-88CB-277135C81E07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CBF14-A18C-447B-A657-043CD21ED56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5F577-68D8-4E9E-88CB-277135C81E07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CBF14-A18C-447B-A657-043CD21ED56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5F577-68D8-4E9E-88CB-277135C81E07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CBF14-A18C-447B-A657-043CD21ED56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5F577-68D8-4E9E-88CB-277135C81E07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CBF14-A18C-447B-A657-043CD21ED56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5F577-68D8-4E9E-88CB-277135C81E07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CBF14-A18C-447B-A657-043CD21ED56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5F577-68D8-4E9E-88CB-277135C81E07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CBF14-A18C-447B-A657-043CD21ED56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5F577-68D8-4E9E-88CB-277135C81E07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CBF14-A18C-447B-A657-043CD21ED56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eridia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8"/>
          <p:cNvSpPr/>
          <p:nvPr userDrawn="1"/>
        </p:nvSpPr>
        <p:spPr>
          <a:xfrm>
            <a:off x="487680" y="617220"/>
            <a:ext cx="73152" cy="1097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AD5F577-68D8-4E9E-88CB-277135C81E07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C4CBF14-A18C-447B-A657-043CD21ED560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eridian">
  <a:themeElements>
    <a:clrScheme name="Meridian Dusk">
      <a:dk1>
        <a:srgbClr val="2B2330"/>
      </a:dk1>
      <a:lt1>
        <a:srgbClr val="FBF8F5"/>
      </a:lt1>
      <a:dk2>
        <a:srgbClr val="5D4E60"/>
      </a:dk2>
      <a:lt2>
        <a:srgbClr val="EFE7EA"/>
      </a:lt2>
      <a:accent1>
        <a:srgbClr val="6A3D6E"/>
      </a:accent1>
      <a:accent2>
        <a:srgbClr val="E8A13A"/>
      </a:accent2>
      <a:accent3>
        <a:srgbClr val="3F8F8A"/>
      </a:accent3>
      <a:accent4>
        <a:srgbClr val="C45A4A"/>
      </a:accent4>
      <a:accent5>
        <a:srgbClr val="4A6FA5"/>
      </a:accent5>
      <a:accent6>
        <a:srgbClr val="8C7A5B"/>
      </a:accent6>
      <a:hlink>
        <a:srgbClr val="6A3D6E"/>
      </a:hlink>
      <a:folHlink>
        <a:srgbClr val="4A6FA5"/>
      </a:folHlink>
    </a:clrScheme>
    <a:fontScheme name="Trebuchet MS-Trebuchet MS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Soft Shadow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