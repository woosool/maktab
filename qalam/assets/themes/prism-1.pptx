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80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3352800" y="0"/>
                </a:moveTo>
                <a:lnTo>
                  <a:pt x="4572000" y="0"/>
                </a:lnTo>
                <a:lnTo>
                  <a:pt x="2743200" y="6858000"/>
                </a:lnTo>
                <a:lnTo>
                  <a:pt x="152400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181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4572000" y="0"/>
                </a:moveTo>
                <a:lnTo>
                  <a:pt x="5486400" y="0"/>
                </a:lnTo>
                <a:lnTo>
                  <a:pt x="3657600" y="6858000"/>
                </a:lnTo>
                <a:lnTo>
                  <a:pt x="274320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Decoration 182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5486400" y="0"/>
                </a:moveTo>
                <a:lnTo>
                  <a:pt x="6096000" y="0"/>
                </a:lnTo>
                <a:lnTo>
                  <a:pt x="6096000" y="1714500"/>
                </a:lnTo>
                <a:lnTo>
                  <a:pt x="4572000" y="6858000"/>
                </a:lnTo>
                <a:lnTo>
                  <a:pt x="3657600" y="6858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70560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83"/>
          <p:cNvSpPr/>
          <p:nvPr userDrawn="1"/>
        </p:nvSpPr>
        <p:spPr>
          <a:xfrm>
            <a:off x="10485120" y="1371600"/>
            <a:ext cx="1706880" cy="3429000"/>
          </a:xfrm>
          <a:custGeom>
            <a:avLst/>
            <a:gdLst/>
            <a:ahLst/>
            <a:cxnLst/>
            <a:rect l="0" t="0" r="r" b="b"/>
            <a:pathLst>
              <a:path w="1706880" h="3429000">
                <a:moveTo>
                  <a:pt x="512064" y="0"/>
                </a:moveTo>
                <a:lnTo>
                  <a:pt x="1706880" y="0"/>
                </a:lnTo>
                <a:lnTo>
                  <a:pt x="1194816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ris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84"/>
          <p:cNvSpPr/>
          <p:nvPr userDrawn="1"/>
        </p:nvSpPr>
        <p:spPr>
          <a:xfrm>
            <a:off x="0" y="6569964"/>
            <a:ext cx="4876800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85"/>
          <p:cNvSpPr/>
          <p:nvPr userDrawn="1"/>
        </p:nvSpPr>
        <p:spPr>
          <a:xfrm>
            <a:off x="4876800" y="6569964"/>
            <a:ext cx="3657600" cy="2880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86"/>
          <p:cNvSpPr/>
          <p:nvPr userDrawn="1"/>
        </p:nvSpPr>
        <p:spPr>
          <a:xfrm>
            <a:off x="8534400" y="6569964"/>
            <a:ext cx="3657600" cy="2880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31A66AA-1736-4460-B598-3D0331B4219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AD73BB-65F3-4B2A-8B90-9D1E6BE6F79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ism">
  <a:themeElements>
    <a:clrScheme name="Prism Citrus">
      <a:dk1>
        <a:srgbClr val="26261F"/>
      </a:dk1>
      <a:lt1>
        <a:srgbClr val="FFFFF9"/>
      </a:lt1>
      <a:dk2>
        <a:srgbClr val="62624F"/>
      </a:dk2>
      <a:lt2>
        <a:srgbClr val="F3F3E6"/>
      </a:lt2>
      <a:accent1>
        <a:srgbClr val="E36414"/>
      </a:accent1>
      <a:accent2>
        <a:srgbClr val="F6AA1C"/>
      </a:accent2>
      <a:accent3>
        <a:srgbClr val="3A8A3E"/>
      </a:accent3>
      <a:accent4>
        <a:srgbClr val="0F7C8C"/>
      </a:accent4>
      <a:accent5>
        <a:srgbClr val="9A031E"/>
      </a:accent5>
      <a:accent6>
        <a:srgbClr val="6A6A50"/>
      </a:accent6>
      <a:hlink>
        <a:srgbClr val="0F7C8C"/>
      </a:hlink>
      <a:folHlink>
        <a:srgbClr val="9A031E"/>
      </a:folHlink>
    </a:clrScheme>
    <a:fontScheme name="Raleway-Verdana">
      <a:majorFont>
        <a:latin typeface="Raleway"/>
        <a:ea typeface=""/>
        <a:cs typeface=""/>
      </a:majorFont>
      <a:minorFont>
        <a:latin typeface="Verdana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