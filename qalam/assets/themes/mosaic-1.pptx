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00"/>
          <p:cNvSpPr/>
          <p:nvPr userDrawn="1"/>
        </p:nvSpPr>
        <p:spPr>
          <a:xfrm>
            <a:off x="7559040" y="82296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01"/>
          <p:cNvSpPr/>
          <p:nvPr userDrawn="1"/>
        </p:nvSpPr>
        <p:spPr>
          <a:xfrm>
            <a:off x="9022080" y="822960"/>
            <a:ext cx="1219200" cy="121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02"/>
          <p:cNvSpPr/>
          <p:nvPr userDrawn="1"/>
        </p:nvSpPr>
        <p:spPr>
          <a:xfrm>
            <a:off x="10485120" y="82296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303"/>
          <p:cNvSpPr/>
          <p:nvPr userDrawn="1"/>
        </p:nvSpPr>
        <p:spPr>
          <a:xfrm>
            <a:off x="7559040" y="2286000"/>
            <a:ext cx="1219200" cy="1219200"/>
          </a:xfrm>
          <a:prstGeom prst="rect">
            <a:avLst/>
          </a:prstGeom>
          <a:solidFill>
            <a:schemeClr val="accent4">
              <a:alpha val="55000"/>
            </a:schemeClr>
          </a:solidFill>
          <a:ln>
            <a:noFill/>
          </a:ln>
        </p:spPr>
      </p:sp>
      <p:sp>
        <p:nvSpPr>
          <p:cNvPr id="11" name="Decoration 304"/>
          <p:cNvSpPr/>
          <p:nvPr userDrawn="1"/>
        </p:nvSpPr>
        <p:spPr>
          <a:xfrm>
            <a:off x="9022080" y="2286000"/>
            <a:ext cx="1219200" cy="1219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305"/>
          <p:cNvSpPr/>
          <p:nvPr userDrawn="1"/>
        </p:nvSpPr>
        <p:spPr>
          <a:xfrm>
            <a:off x="10485120" y="2286000"/>
            <a:ext cx="1219200" cy="1219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3" name="Decoration 306"/>
          <p:cNvSpPr/>
          <p:nvPr userDrawn="1"/>
        </p:nvSpPr>
        <p:spPr>
          <a:xfrm>
            <a:off x="7559040" y="3749040"/>
            <a:ext cx="1219200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Decoration 307"/>
          <p:cNvSpPr/>
          <p:nvPr userDrawn="1"/>
        </p:nvSpPr>
        <p:spPr>
          <a:xfrm>
            <a:off x="9022080" y="3749040"/>
            <a:ext cx="1219200" cy="121920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15" name="Decoration 308"/>
          <p:cNvSpPr/>
          <p:nvPr userDrawn="1"/>
        </p:nvSpPr>
        <p:spPr>
          <a:xfrm>
            <a:off x="10485120" y="3749040"/>
            <a:ext cx="1219200" cy="12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3440" y="137160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3440" y="432054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sa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09"/>
          <p:cNvSpPr/>
          <p:nvPr userDrawn="1"/>
        </p:nvSpPr>
        <p:spPr>
          <a:xfrm>
            <a:off x="8412480" y="34290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10"/>
          <p:cNvSpPr/>
          <p:nvPr userDrawn="1"/>
        </p:nvSpPr>
        <p:spPr>
          <a:xfrm>
            <a:off x="8875776" y="342900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11"/>
          <p:cNvSpPr/>
          <p:nvPr userDrawn="1"/>
        </p:nvSpPr>
        <p:spPr>
          <a:xfrm>
            <a:off x="9339072" y="34290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0" name="Decoration 312"/>
          <p:cNvSpPr/>
          <p:nvPr userDrawn="1"/>
        </p:nvSpPr>
        <p:spPr>
          <a:xfrm>
            <a:off x="9802368" y="34290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1" name="Decoration 313"/>
          <p:cNvSpPr/>
          <p:nvPr userDrawn="1"/>
        </p:nvSpPr>
        <p:spPr>
          <a:xfrm>
            <a:off x="10265664" y="34290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2" name="Decoration 314"/>
          <p:cNvSpPr/>
          <p:nvPr userDrawn="1"/>
        </p:nvSpPr>
        <p:spPr>
          <a:xfrm>
            <a:off x="10728960" y="34290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F8A20DC-111C-44D1-9EC6-727B3524CABA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9323CA2-70E0-4EFB-BC2B-B2615532604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saic">
  <a:themeElements>
    <a:clrScheme name="Mosaic Pastel">
      <a:dk1>
        <a:srgbClr val="2E2A33"/>
      </a:dk1>
      <a:lt1>
        <a:srgbClr val="FDFCFF"/>
      </a:lt1>
      <a:dk2>
        <a:srgbClr val="6A6476"/>
      </a:dk2>
      <a:lt2>
        <a:srgbClr val="F1EEF6"/>
      </a:lt2>
      <a:accent1>
        <a:srgbClr val="E07A8F"/>
      </a:accent1>
      <a:accent2>
        <a:srgbClr val="F2B880"/>
      </a:accent2>
      <a:accent3>
        <a:srgbClr val="E8D07A"/>
      </a:accent3>
      <a:accent4>
        <a:srgbClr val="7CC4A8"/>
      </a:accent4>
      <a:accent5>
        <a:srgbClr val="7AA6D9"/>
      </a:accent5>
      <a:accent6>
        <a:srgbClr val="B39DDB"/>
      </a:accent6>
      <a:hlink>
        <a:srgbClr val="5A86C0"/>
      </a:hlink>
      <a:folHlink>
        <a:srgbClr val="9A7DC8"/>
      </a:folHlink>
    </a:clrScheme>
    <a:fontScheme name="Verdana-Tahoma">
      <a:majorFont>
        <a:latin typeface="Verdana"/>
        <a:ea typeface=""/>
        <a:cs typeface=""/>
      </a:majorFont>
      <a:minorFont>
        <a:latin typeface="Tahom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