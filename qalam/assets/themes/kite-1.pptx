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155"/>
          <p:cNvSpPr/>
          <p:nvPr userDrawn="1"/>
        </p:nvSpPr>
        <p:spPr>
          <a:xfrm flipH="1" flipV="1">
            <a:off x="7559040" y="0"/>
            <a:ext cx="4632960" cy="425196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Decoration 156"/>
          <p:cNvSpPr/>
          <p:nvPr userDrawn="1"/>
        </p:nvSpPr>
        <p:spPr>
          <a:xfrm flipH="1" flipV="1">
            <a:off x="9509760" y="0"/>
            <a:ext cx="2682240" cy="246888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9" name="Decoration 157"/>
          <p:cNvSpPr/>
          <p:nvPr userDrawn="1"/>
        </p:nvSpPr>
        <p:spPr>
          <a:xfrm>
            <a:off x="0" y="4800600"/>
            <a:ext cx="2194560" cy="20574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5360" y="1783080"/>
            <a:ext cx="7315200" cy="2331720"/>
          </a:xfrm>
        </p:spPr>
        <p:txBody>
          <a:bodyPr anchor="b"/>
          <a:lstStyle>
            <a:lvl1pPr algn="l">
              <a:defRPr sz="5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5360" y="4320540"/>
            <a:ext cx="6827520" cy="109728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0" indent="0" algn="l">
              <a:buNone/>
              <a:defRPr sz="1800">
                <a:solidFill>
                  <a:schemeClr val="tx2"/>
                </a:solidFill>
              </a:defRPr>
            </a:lvl2pPr>
            <a:lvl3pPr marL="0" indent="0" algn="l">
              <a:buNone/>
              <a:defRPr sz="1600">
                <a:solidFill>
                  <a:schemeClr val="tx2"/>
                </a:solidFill>
              </a:defRPr>
            </a:lvl3pPr>
            <a:lvl4pPr marL="0" indent="0" algn="l">
              <a:buNone/>
              <a:defRPr sz="1400">
                <a:solidFill>
                  <a:schemeClr val="tx2"/>
                </a:solidFill>
              </a:defRPr>
            </a:lvl4pPr>
            <a:lvl5pPr marL="0" indent="0" algn="l">
              <a:buNone/>
              <a:defRPr sz="1400">
                <a:solidFill>
                  <a:schemeClr val="tx2"/>
                </a:solidFill>
              </a:defRPr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B717E-7CAA-4B13-8135-FA87034383D0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0907A-A156-4E02-93BA-326D52125C4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B717E-7CAA-4B13-8135-FA87034383D0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0907A-A156-4E02-93BA-326D52125C4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098" y="1714500"/>
            <a:ext cx="10477804" cy="286047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098" y="4601718"/>
            <a:ext cx="10477804" cy="150464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B717E-7CAA-4B13-8135-FA87034383D0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0907A-A156-4E02-93BA-326D52125C4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B717E-7CAA-4B13-8135-FA87034383D0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0907A-A156-4E02-93BA-326D52125C4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B717E-7CAA-4B13-8135-FA87034383D0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0907A-A156-4E02-93BA-326D52125C4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B717E-7CAA-4B13-8135-FA87034383D0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0907A-A156-4E02-93BA-326D52125C4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B717E-7CAA-4B13-8135-FA87034383D0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0907A-A156-4E02-93BA-326D52125C4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B717E-7CAA-4B13-8135-FA87034383D0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0907A-A156-4E02-93BA-326D52125C4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B717E-7CAA-4B13-8135-FA87034383D0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0907A-A156-4E02-93BA-326D52125C4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B717E-7CAA-4B13-8135-FA87034383D0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0907A-A156-4E02-93BA-326D52125C4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B717E-7CAA-4B13-8135-FA87034383D0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0907A-A156-4E02-93BA-326D52125C4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K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158"/>
          <p:cNvSpPr/>
          <p:nvPr userDrawn="1"/>
        </p:nvSpPr>
        <p:spPr>
          <a:xfrm flipH="1" flipV="1">
            <a:off x="10972800" y="0"/>
            <a:ext cx="1219200" cy="116586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Decoration 159"/>
          <p:cNvSpPr/>
          <p:nvPr userDrawn="1"/>
        </p:nvSpPr>
        <p:spPr>
          <a:xfrm flipH="1" flipV="1">
            <a:off x="11460480" y="0"/>
            <a:ext cx="731520" cy="68580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9" name="Decoration 160"/>
          <p:cNvSpPr/>
          <p:nvPr userDrawn="1"/>
        </p:nvSpPr>
        <p:spPr>
          <a:xfrm>
            <a:off x="0" y="6035040"/>
            <a:ext cx="609600" cy="822960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2DB717E-7CAA-4B13-8135-FA87034383D0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A40907A-A156-4E02-93BA-326D52125C48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/>
        <a:buChar char="◆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/>
        <a:buChar char="◆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/>
        <a:buChar char="◆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/>
        <a:buChar char="◆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/>
        <a:buChar char="◆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ite">
  <a:themeElements>
    <a:clrScheme name="Kite Harbor">
      <a:dk1>
        <a:srgbClr val="1C2533"/>
      </a:dk1>
      <a:lt1>
        <a:srgbClr val="FBFCFD"/>
      </a:lt1>
      <a:dk2>
        <a:srgbClr val="4E5D73"/>
      </a:dk2>
      <a:lt2>
        <a:srgbClr val="E7ECF2"/>
      </a:lt2>
      <a:accent1>
        <a:srgbClr val="2A6F97"/>
      </a:accent1>
      <a:accent2>
        <a:srgbClr val="F28F3B"/>
      </a:accent2>
      <a:accent3>
        <a:srgbClr val="C8553D"/>
      </a:accent3>
      <a:accent4>
        <a:srgbClr val="5C946E"/>
      </a:accent4>
      <a:accent5>
        <a:srgbClr val="F6C453"/>
      </a:accent5>
      <a:accent6>
        <a:srgbClr val="6A4C93"/>
      </a:accent6>
      <a:hlink>
        <a:srgbClr val="2A6F97"/>
      </a:hlink>
      <a:folHlink>
        <a:srgbClr val="6A4C93"/>
      </a:folHlink>
    </a:clrScheme>
    <a:fontScheme name="Trebuchet MS-Georgia">
      <a:majorFont>
        <a:latin typeface="Trebuchet MS"/>
        <a:ea typeface=""/>
        <a:cs typeface=""/>
      </a:majorFont>
      <a:minorFont>
        <a:latin typeface="Georgia"/>
        <a:ea typeface=""/>
        <a:cs typeface=""/>
      </a:minorFont>
    </a:fontScheme>
    <a:fmtScheme name="Soft Shadow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