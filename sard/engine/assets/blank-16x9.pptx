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67A2B4E-40C6-4215-847D-CD8E18ED748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65201B0-0766-4B1E-88C0-49A79340447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