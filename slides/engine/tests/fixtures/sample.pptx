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1492B59-CA62-4604-991D-D644D94A07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7603B94-E1DD-47CF-B352-72A55F3F5B0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Qalam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