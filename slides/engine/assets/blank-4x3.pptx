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969"/>
            <a:ext cx="6858000" cy="238727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1136"/>
            <a:ext cx="6858000" cy="1655521"/>
          </a:xfrm>
        </p:spPr>
        <p:txBody>
          <a:bodyPr/>
          <a:lstStyle>
            <a:lvl1pPr marL="0" algn="ctr" indent="0">
              <a:buNone/>
              <a:defRPr sz="2400"/>
            </a:lvl1pPr>
            <a:lvl2pPr marL="0" algn="ctr" indent="0">
              <a:buNone/>
              <a:defRPr sz="2000"/>
            </a:lvl2pPr>
            <a:lvl3pPr marL="0" algn="ctr" indent="0">
              <a:buNone/>
              <a:defRPr sz="1800"/>
            </a:lvl3pPr>
            <a:lvl4pPr marL="0" algn="ctr" indent="0">
              <a:buNone/>
              <a:defRPr sz="1600"/>
            </a:lvl4pPr>
            <a:lvl5pPr marL="0" algn="ctr" indent="0">
              <a:buNone/>
              <a:defRPr sz="1600"/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823" y="1714500"/>
            <a:ext cx="785835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823" y="4601718"/>
            <a:ext cx="785835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00"/>
            <a:ext cx="382905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825600"/>
            <a:ext cx="382905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531"/>
            <a:ext cx="78867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720672"/>
            <a:ext cx="382905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50" y="2562149"/>
            <a:ext cx="382905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6300" y="1720672"/>
            <a:ext cx="382905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6300" y="2562149"/>
            <a:ext cx="382905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429"/>
            <a:ext cx="2940710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5567" y="914171"/>
            <a:ext cx="465978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285771"/>
            <a:ext cx="2940710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429"/>
            <a:ext cx="2940710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55567" y="914171"/>
            <a:ext cx="465978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2285771"/>
            <a:ext cx="2940710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6714896" y="365531"/>
            <a:ext cx="1800454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531"/>
            <a:ext cx="5857646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1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531"/>
            <a:ext cx="78867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00"/>
            <a:ext cx="78867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5994"/>
            <a:ext cx="2057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EACBA77-49A7-4E65-BB67-7601DEC67AFB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86100" y="6355994"/>
            <a:ext cx="29718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5994"/>
            <a:ext cx="2057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FA7719F-0D6C-4241-8F44-D915682ACB0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