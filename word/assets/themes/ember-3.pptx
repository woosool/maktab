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36"/>
          <p:cNvSpPr/>
          <p:nvPr userDrawn="1"/>
        </p:nvSpPr>
        <p:spPr>
          <a:xfrm>
            <a:off x="7071360" y="548640"/>
            <a:ext cx="6096000" cy="6096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</p:sp>
      <p:sp>
        <p:nvSpPr>
          <p:cNvPr id="8" name="Decoration 237"/>
          <p:cNvSpPr/>
          <p:nvPr userDrawn="1"/>
        </p:nvSpPr>
        <p:spPr>
          <a:xfrm>
            <a:off x="8290560" y="1645920"/>
            <a:ext cx="3169920" cy="3169920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</p:sp>
      <p:sp>
        <p:nvSpPr>
          <p:cNvPr id="9" name="Decoration 238"/>
          <p:cNvSpPr/>
          <p:nvPr userDrawn="1"/>
        </p:nvSpPr>
        <p:spPr>
          <a:xfrm>
            <a:off x="975360" y="3977640"/>
            <a:ext cx="1219200" cy="3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371600"/>
            <a:ext cx="7315200" cy="246888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251960"/>
            <a:ext cx="67056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D4D1-50EC-4592-8F6D-DA7FD020FDE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F368-9F7B-4EBD-8733-8A559E69883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D4D1-50EC-4592-8F6D-DA7FD020FDE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F368-9F7B-4EBD-8733-8A559E69883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D4D1-50EC-4592-8F6D-DA7FD020FDE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F368-9F7B-4EBD-8733-8A559E69883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D4D1-50EC-4592-8F6D-DA7FD020FDE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F368-9F7B-4EBD-8733-8A559E69883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D4D1-50EC-4592-8F6D-DA7FD020FDE2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F368-9F7B-4EBD-8733-8A559E69883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D4D1-50EC-4592-8F6D-DA7FD020FDE2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F368-9F7B-4EBD-8733-8A559E69883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D4D1-50EC-4592-8F6D-DA7FD020FDE2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F368-9F7B-4EBD-8733-8A559E69883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D4D1-50EC-4592-8F6D-DA7FD020FDE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F368-9F7B-4EBD-8733-8A559E69883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D4D1-50EC-4592-8F6D-DA7FD020FDE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F368-9F7B-4EBD-8733-8A559E69883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D4D1-50EC-4592-8F6D-DA7FD020FDE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F368-9F7B-4EBD-8733-8A559E69883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D4D1-50EC-4592-8F6D-DA7FD020FDE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F368-9F7B-4EBD-8733-8A559E69883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Ember">
    <p:bg>
      <p:bgPr>
        <a:gradFill rotWithShape="1">
          <a:gsLst>
            <a:gs pos="0">
              <a:schemeClr val="bg2"/>
            </a:gs>
            <a:gs pos="100000">
              <a:schemeClr val="bg1"/>
            </a:gs>
          </a:gsLst>
          <a:path path="circle">
            <a:fillToRect l="30000" t="25000" r="70000" b="75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39"/>
          <p:cNvSpPr/>
          <p:nvPr userDrawn="1"/>
        </p:nvSpPr>
        <p:spPr>
          <a:xfrm>
            <a:off x="-1219200" y="3977640"/>
            <a:ext cx="3901440" cy="3901440"/>
          </a:xfrm>
          <a:prstGeom prst="ellipse">
            <a:avLst/>
          </a:prstGeom>
          <a:solidFill>
            <a:schemeClr val="accent1">
              <a:alpha val="16000"/>
            </a:schemeClr>
          </a:solidFill>
          <a:ln>
            <a:noFill/>
          </a:ln>
        </p:spPr>
      </p:sp>
      <p:sp>
        <p:nvSpPr>
          <p:cNvPr id="8" name="Decoration 240"/>
          <p:cNvSpPr/>
          <p:nvPr userDrawn="1"/>
        </p:nvSpPr>
        <p:spPr>
          <a:xfrm>
            <a:off x="838200" y="1796796"/>
            <a:ext cx="731520" cy="3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418D4D1-50EC-4592-8F6D-DA7FD020FDE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298F368-9F7B-4EBD-8733-8A559E69883A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mber">
  <a:themeElements>
    <a:clrScheme name="Ember Daylight">
      <a:dk1>
        <a:srgbClr val="2A1A14"/>
      </a:dk1>
      <a:lt1>
        <a:srgbClr val="FFF8F2"/>
      </a:lt1>
      <a:dk2>
        <a:srgbClr val="6E5044"/>
      </a:dk2>
      <a:lt2>
        <a:srgbClr val="F7E4D8"/>
      </a:lt2>
      <a:accent1>
        <a:srgbClr val="C24E1B"/>
      </a:accent1>
      <a:accent2>
        <a:srgbClr val="E3A33A"/>
      </a:accent2>
      <a:accent3>
        <a:srgbClr val="7A3F5E"/>
      </a:accent3>
      <a:accent4>
        <a:srgbClr val="3F7F8F"/>
      </a:accent4>
      <a:accent5>
        <a:srgbClr val="5F8A3F"/>
      </a:accent5>
      <a:accent6>
        <a:srgbClr val="8A6A5A"/>
      </a:accent6>
      <a:hlink>
        <a:srgbClr val="A2401A"/>
      </a:hlink>
      <a:folHlink>
        <a:srgbClr val="7A3F5E"/>
      </a:folHlink>
    </a:clrScheme>
    <a:fontScheme name="Palatino-Arial">
      <a:majorFont>
        <a:latin typeface="Palatino"/>
        <a:ea typeface=""/>
        <a:cs typeface=""/>
      </a:majorFont>
      <a:minorFont>
        <a:latin typeface="Arial"/>
        <a:ea typeface=""/>
        <a:cs typeface=""/>
      </a:minorFont>
    </a:fontScheme>
    <a:fmtScheme name="Glow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</a:schemeClr>
            </a:gs>
            <a:gs pos="100000">
              <a:schemeClr val="phClr">
                <a:shade val="70000"/>
              </a:schemeClr>
            </a:gs>
          </a:gsLst>
          <a:path path="circle">
            <a:fillToRect l="50000" t="30000" r="50000" b="7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>
            <a:glow rad="63500">
              <a:schemeClr val="phClr">
                <a:alpha val="40000"/>
              </a:schemeClr>
            </a:glow>
          </a:effectLst>
        </a:effectStyle>
        <a:effectStyle>
          <a:effectLst>
            <a:glow rad="101600">
              <a:schemeClr val="phClr">
                <a:alpha val="40000"/>
              </a:schemeClr>
            </a:glo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