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23"/>
          <p:cNvSpPr/>
          <p:nvPr userDrawn="1"/>
        </p:nvSpPr>
        <p:spPr>
          <a:xfrm>
            <a:off x="7315200" y="411480"/>
            <a:ext cx="5852160" cy="58521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124"/>
          <p:cNvSpPr/>
          <p:nvPr userDrawn="1"/>
        </p:nvSpPr>
        <p:spPr>
          <a:xfrm>
            <a:off x="6827520" y="0"/>
            <a:ext cx="6827520" cy="6827520"/>
          </a:xfrm>
          <a:prstGeom prst="ellipse">
            <a:avLst/>
          </a:prstGeom>
          <a:noFill/>
          <a:ln w="19050">
            <a:solidFill>
              <a:schemeClr val="accent2"/>
            </a:solidFill>
          </a:ln>
        </p:spPr>
      </p:sp>
      <p:sp>
        <p:nvSpPr>
          <p:cNvPr id="9" name="Decoration 125"/>
          <p:cNvSpPr/>
          <p:nvPr userDrawn="1"/>
        </p:nvSpPr>
        <p:spPr>
          <a:xfrm>
            <a:off x="10728960" y="4251960"/>
            <a:ext cx="853440" cy="8534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3440" y="1371600"/>
            <a:ext cx="6096000" cy="2606040"/>
          </a:xfrm>
        </p:spPr>
        <p:txBody>
          <a:bodyPr anchor="b"/>
          <a:lstStyle>
            <a:lvl1pPr algn="l">
              <a:defRPr sz="5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3440" y="4251960"/>
            <a:ext cx="5852160" cy="13716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C7FB-EF2F-4A81-B95F-0CA3253A9DE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0DB35-263F-4B47-9DC9-07402DCB649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C7FB-EF2F-4A81-B95F-0CA3253A9DE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0DB35-263F-4B47-9DC9-07402DCB649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26"/>
          <p:cNvSpPr/>
          <p:nvPr userDrawn="1"/>
        </p:nvSpPr>
        <p:spPr>
          <a:xfrm>
            <a:off x="9509760" y="1234440"/>
            <a:ext cx="3657600" cy="3657600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C7FB-EF2F-4A81-B95F-0CA3253A9DE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0DB35-263F-4B47-9DC9-07402DCB649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C7FB-EF2F-4A81-B95F-0CA3253A9DE8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0DB35-263F-4B47-9DC9-07402DCB649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C7FB-EF2F-4A81-B95F-0CA3253A9DE8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0DB35-263F-4B47-9DC9-07402DCB649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C7FB-EF2F-4A81-B95F-0CA3253A9DE8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0DB35-263F-4B47-9DC9-07402DCB649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C7FB-EF2F-4A81-B95F-0CA3253A9DE8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0DB35-263F-4B47-9DC9-07402DCB649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C7FB-EF2F-4A81-B95F-0CA3253A9DE8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0DB35-263F-4B47-9DC9-07402DCB649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C7FB-EF2F-4A81-B95F-0CA3253A9DE8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0DB35-263F-4B47-9DC9-07402DCB649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C7FB-EF2F-4A81-B95F-0CA3253A9DE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0DB35-263F-4B47-9DC9-07402DCB649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C7FB-EF2F-4A81-B95F-0CA3253A9DE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0DB35-263F-4B47-9DC9-07402DCB649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rb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27"/>
          <p:cNvSpPr/>
          <p:nvPr userDrawn="1"/>
        </p:nvSpPr>
        <p:spPr>
          <a:xfrm>
            <a:off x="10789920" y="-754380"/>
            <a:ext cx="2072640" cy="2072640"/>
          </a:xfrm>
          <a:prstGeom prst="ellipse">
            <a:avLst/>
          </a:prstGeom>
          <a:solidFill>
            <a:schemeClr val="accent1">
              <a:alpha val="22000"/>
            </a:schemeClr>
          </a:solidFill>
          <a:ln>
            <a:noFill/>
          </a:ln>
        </p:spPr>
      </p:sp>
      <p:sp>
        <p:nvSpPr>
          <p:cNvPr id="8" name="Decoration 128"/>
          <p:cNvSpPr/>
          <p:nvPr userDrawn="1"/>
        </p:nvSpPr>
        <p:spPr>
          <a:xfrm>
            <a:off x="10424160" y="-1097280"/>
            <a:ext cx="2926080" cy="2926080"/>
          </a:xfrm>
          <a:prstGeom prst="ellipse">
            <a:avLst/>
          </a:prstGeom>
          <a:noFill/>
          <a:ln w="15875">
            <a:solidFill>
              <a:schemeClr val="accent2">
                <a:alpha val="70000"/>
              </a:schemeClr>
            </a:solidFill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881C7FB-EF2F-4A81-B95F-0CA3253A9DE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160DB35-263F-4B47-9DC9-07402DCB649D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●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○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●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○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●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rbit">
  <a:themeElements>
    <a:clrScheme name="Orbit Moss">
      <a:dk1>
        <a:srgbClr val="1D2A1F"/>
      </a:dk1>
      <a:lt1>
        <a:srgbClr val="FAFCF7"/>
      </a:lt1>
      <a:dk2>
        <a:srgbClr val="4F6352"/>
      </a:dk2>
      <a:lt2>
        <a:srgbClr val="E8EFE3"/>
      </a:lt2>
      <a:accent1>
        <a:srgbClr val="4F8A3A"/>
      </a:accent1>
      <a:accent2>
        <a:srgbClr val="C9A227"/>
      </a:accent2>
      <a:accent3>
        <a:srgbClr val="3A7FA8"/>
      </a:accent3>
      <a:accent4>
        <a:srgbClr val="B5573F"/>
      </a:accent4>
      <a:accent5>
        <a:srgbClr val="7F5AA0"/>
      </a:accent5>
      <a:accent6>
        <a:srgbClr val="6A8F8A"/>
      </a:accent6>
      <a:hlink>
        <a:srgbClr val="4F8A3A"/>
      </a:hlink>
      <a:folHlink>
        <a:srgbClr val="7F5AA0"/>
      </a:folHlink>
    </a:clrScheme>
    <a:fontScheme name="Tahoma-Tahom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Glow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</a:schemeClr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</a:schemeClr>
            </a:gs>
            <a:gs pos="100000">
              <a:schemeClr val="phClr">
                <a:shade val="70000"/>
              </a:schemeClr>
            </a:gs>
          </a:gsLst>
          <a:path path="circle">
            <a:fillToRect l="50000" t="30000" r="50000" b="7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>
            <a:glow rad="63500">
              <a:schemeClr val="phClr">
                <a:alpha val="40000"/>
              </a:schemeClr>
            </a:glow>
          </a:effectLst>
        </a:effectStyle>
        <a:effectStyle>
          <a:effectLst>
            <a:glow rad="101600">
              <a:schemeClr val="phClr">
                <a:alpha val="40000"/>
              </a:schemeClr>
            </a:glo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