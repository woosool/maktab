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67"/>
          <p:cNvSpPr/>
          <p:nvPr userDrawn="1"/>
        </p:nvSpPr>
        <p:spPr>
          <a:xfrm flipH="1" flipV="1">
            <a:off x="7559040" y="0"/>
            <a:ext cx="4632960" cy="42519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68"/>
          <p:cNvSpPr/>
          <p:nvPr userDrawn="1"/>
        </p:nvSpPr>
        <p:spPr>
          <a:xfrm flipH="1" flipV="1">
            <a:off x="9509760" y="0"/>
            <a:ext cx="2682240" cy="24688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69"/>
          <p:cNvSpPr/>
          <p:nvPr userDrawn="1"/>
        </p:nvSpPr>
        <p:spPr>
          <a:xfrm>
            <a:off x="0" y="4800600"/>
            <a:ext cx="2194560" cy="2057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783080"/>
            <a:ext cx="7315200" cy="233172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32054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70"/>
          <p:cNvSpPr/>
          <p:nvPr userDrawn="1"/>
        </p:nvSpPr>
        <p:spPr>
          <a:xfrm flipH="1" flipV="1">
            <a:off x="10972800" y="0"/>
            <a:ext cx="1219200" cy="11658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71"/>
          <p:cNvSpPr/>
          <p:nvPr userDrawn="1"/>
        </p:nvSpPr>
        <p:spPr>
          <a:xfrm flipH="1" flipV="1">
            <a:off x="11460480" y="0"/>
            <a:ext cx="731520" cy="6858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72"/>
          <p:cNvSpPr/>
          <p:nvPr userDrawn="1"/>
        </p:nvSpPr>
        <p:spPr>
          <a:xfrm>
            <a:off x="0" y="6035040"/>
            <a:ext cx="609600" cy="82296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483654D-D9BA-4E87-B271-DA251CA657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E9894C9-D25B-46AA-83EB-32DF82E6BCB9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◆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ite">
  <a:themeElements>
    <a:clrScheme name="Kite Dusk">
      <a:dk1>
        <a:srgbClr val="1A1A24"/>
      </a:dk1>
      <a:lt1>
        <a:srgbClr val="F2F0F5"/>
      </a:lt1>
      <a:dk2>
        <a:srgbClr val="2A2A3A"/>
      </a:dk2>
      <a:lt2>
        <a:srgbClr val="B6B3C4"/>
      </a:lt2>
      <a:accent1>
        <a:srgbClr val="FF7B54"/>
      </a:accent1>
      <a:accent2>
        <a:srgbClr val="FFD56B"/>
      </a:accent2>
      <a:accent3>
        <a:srgbClr val="7FB8FF"/>
      </a:accent3>
      <a:accent4>
        <a:srgbClr val="B7E07A"/>
      </a:accent4>
      <a:accent5>
        <a:srgbClr val="E98AFF"/>
      </a:accent5>
      <a:accent6>
        <a:srgbClr val="8AD9D2"/>
      </a:accent6>
      <a:hlink>
        <a:srgbClr val="9CC6FF"/>
      </a:hlink>
      <a:folHlink>
        <a:srgbClr val="E0A8FF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