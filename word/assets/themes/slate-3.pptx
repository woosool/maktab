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3"/>
          <p:cNvSpPr/>
          <p:nvPr userDrawn="1"/>
        </p:nvSpPr>
        <p:spPr>
          <a:xfrm>
            <a:off x="853440" y="2057400"/>
            <a:ext cx="97536" cy="2331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74"/>
          <p:cNvSpPr/>
          <p:nvPr userDrawn="1"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783080"/>
            <a:ext cx="9753600" cy="178308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703320"/>
            <a:ext cx="9753600" cy="96012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5"/>
          <p:cNvSpPr/>
          <p:nvPr userDrawn="1"/>
        </p:nvSpPr>
        <p:spPr>
          <a:xfrm>
            <a:off x="853440" y="2468880"/>
            <a:ext cx="97536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645920"/>
            <a:ext cx="9753600" cy="288036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4663440"/>
            <a:ext cx="975360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76"/>
          <p:cNvSpPr/>
          <p:nvPr userDrawn="1"/>
        </p:nvSpPr>
        <p:spPr>
          <a:xfrm>
            <a:off x="914400" y="1673352"/>
            <a:ext cx="85344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1887D9-D3A6-4DA3-9F50-4583717EC9B6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64D5E63-8BA5-4117-9014-1C86AA8561CB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Slate Indigo">
      <a:dk1>
        <a:srgbClr val="181A2A"/>
      </a:dk1>
      <a:lt1>
        <a:srgbClr val="ECEEFA"/>
      </a:lt1>
      <a:dk2>
        <a:srgbClr val="262A42"/>
      </a:dk2>
      <a:lt2>
        <a:srgbClr val="A6AAD0"/>
      </a:lt2>
      <a:accent1>
        <a:srgbClr val="8A9CFF"/>
      </a:accent1>
      <a:accent2>
        <a:srgbClr val="FFC86B"/>
      </a:accent2>
      <a:accent3>
        <a:srgbClr val="6FD8C8"/>
      </a:accent3>
      <a:accent4>
        <a:srgbClr val="FF8A9A"/>
      </a:accent4>
      <a:accent5>
        <a:srgbClr val="C8A0FF"/>
      </a:accent5>
      <a:accent6>
        <a:srgbClr val="B8C0E0"/>
      </a:accent6>
      <a:hlink>
        <a:srgbClr val="A0B0FF"/>
      </a:hlink>
      <a:folHlink>
        <a:srgbClr val="D8B8FF"/>
      </a:folHlink>
    </a:clrScheme>
    <a:fontScheme name="Helvetica-Arial">
      <a:majorFont>
        <a:latin typeface="Helvetica"/>
        <a:ea typeface=""/>
        <a:cs typeface=""/>
      </a:majorFont>
      <a:minorFont>
        <a:latin typeface="Arial"/>
        <a:ea typeface=""/>
        <a:cs typeface=""/>
      </a:minorFont>
    </a:fontScheme>
    <a:fmtScheme name="Lifte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857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38100" dist="12700" dir="5400000" algn="ctr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101600" dist="3810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