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39"/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40"/>
          <p:cNvSpPr/>
          <p:nvPr userDrawn="1"/>
        </p:nvSpPr>
        <p:spPr>
          <a:xfrm>
            <a:off x="4389120" y="0"/>
            <a:ext cx="975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0640" y="1234440"/>
            <a:ext cx="633984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20640" y="4251960"/>
            <a:ext cx="633984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41"/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8" name="Decoration 142"/>
          <p:cNvSpPr/>
          <p:nvPr userDrawn="1"/>
        </p:nvSpPr>
        <p:spPr>
          <a:xfrm>
            <a:off x="4389120" y="0"/>
            <a:ext cx="9753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0" y="1508760"/>
            <a:ext cx="6339840" cy="301752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0640" y="4732020"/>
            <a:ext cx="633984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d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43"/>
          <p:cNvSpPr/>
          <p:nvPr userDrawn="1"/>
        </p:nvSpPr>
        <p:spPr>
          <a:xfrm>
            <a:off x="512064" y="548640"/>
            <a:ext cx="19050" cy="5760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82557CA-F694-46DB-84B0-42BE304225B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C7D13D2-0738-412F-BC81-DAF9A4577E7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dger">
  <a:themeElements>
    <a:clrScheme name="Ledger Burgundy">
      <a:dk1>
        <a:srgbClr val="2A1D20"/>
      </a:dk1>
      <a:lt1>
        <a:srgbClr val="FFFDFB"/>
      </a:lt1>
      <a:dk2>
        <a:srgbClr val="6B5257"/>
      </a:dk2>
      <a:lt2>
        <a:srgbClr val="F2E9E6"/>
      </a:lt2>
      <a:accent1>
        <a:srgbClr val="6E1F2F"/>
      </a:accent1>
      <a:accent2>
        <a:srgbClr val="B88A3A"/>
      </a:accent2>
      <a:accent3>
        <a:srgbClr val="4A7A6A"/>
      </a:accent3>
      <a:accent4>
        <a:srgbClr val="3F5F8F"/>
      </a:accent4>
      <a:accent5>
        <a:srgbClr val="7A5A8A"/>
      </a:accent5>
      <a:accent6>
        <a:srgbClr val="8F7F6A"/>
      </a:accent6>
      <a:hlink>
        <a:srgbClr val="6E1F2F"/>
      </a:hlink>
      <a:folHlink>
        <a:srgbClr val="3F5F8F"/>
      </a:folHlink>
    </a:clrScheme>
    <a:fontScheme name="Georgia-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