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  <Override PartName="/ppt/slideMasters/slideMaster2.xml" ContentType="application/vnd.openxmlformats-officedocument.presentationml.slideMaster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6"/>
  </p:sldMasterIdLst>
  <p:sldIdLst>
    <p:sldId id="256" r:id="rId7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Master" Target="slideMasters/slideMaster2.xml"/><Relationship Id="rId7" Type="http://schemas.openxmlformats.org/officeDocument/2006/relationships/slide" Target="slides/slide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95"/>
          <p:cNvSpPr/>
          <p:nvPr userDrawn="1"/>
        </p:nvSpPr>
        <p:spPr>
          <a:xfrm>
            <a:off x="0" y="4251960"/>
            <a:ext cx="12192000" cy="2606040"/>
          </a:xfrm>
          <a:custGeom>
            <a:avLst/>
            <a:gdLst/>
            <a:ahLst/>
            <a:cxnLst/>
            <a:rect l="0" t="0" r="r" b="b"/>
            <a:pathLst>
              <a:path w="12192000" h="2606040">
                <a:moveTo>
                  <a:pt x="0" y="1303020"/>
                </a:moveTo>
                <a:cubicBezTo>
                  <a:pt x="2682240" y="130302"/>
                  <a:pt x="5852160" y="2475738"/>
                  <a:pt x="9022080" y="1094537"/>
                </a:cubicBezTo>
                <a:cubicBezTo>
                  <a:pt x="10485120" y="469087"/>
                  <a:pt x="11582400" y="573329"/>
                  <a:pt x="12192000" y="781812"/>
                </a:cubicBezTo>
                <a:lnTo>
                  <a:pt x="12192000" y="2606040"/>
                </a:lnTo>
                <a:lnTo>
                  <a:pt x="0" y="2606040"/>
                </a:lnTo>
                <a:close/>
              </a:path>
            </a:pathLst>
          </a:custGeom>
          <a:solidFill>
            <a:schemeClr val="accent1">
              <a:alpha val="45000"/>
            </a:schemeClr>
          </a:solidFill>
          <a:ln>
            <a:noFill/>
          </a:ln>
        </p:spPr>
      </p:sp>
      <p:sp>
        <p:nvSpPr>
          <p:cNvPr id="8" name="Decoration 96"/>
          <p:cNvSpPr/>
          <p:nvPr userDrawn="1"/>
        </p:nvSpPr>
        <p:spPr>
          <a:xfrm>
            <a:off x="0" y="4937760"/>
            <a:ext cx="12192000" cy="1920240"/>
          </a:xfrm>
          <a:custGeom>
            <a:avLst/>
            <a:gdLst/>
            <a:ahLst/>
            <a:cxnLst/>
            <a:rect l="0" t="0" r="r" b="b"/>
            <a:pathLst>
              <a:path w="12192000" h="1920240">
                <a:moveTo>
                  <a:pt x="0" y="672084"/>
                </a:moveTo>
                <a:cubicBezTo>
                  <a:pt x="2682240" y="96012"/>
                  <a:pt x="5852160" y="1824228"/>
                  <a:pt x="9022080" y="806501"/>
                </a:cubicBezTo>
                <a:cubicBezTo>
                  <a:pt x="10485120" y="345643"/>
                  <a:pt x="11582400" y="422453"/>
                  <a:pt x="12192000" y="576072"/>
                </a:cubicBezTo>
                <a:lnTo>
                  <a:pt x="12192000" y="1920240"/>
                </a:lnTo>
                <a:lnTo>
                  <a:pt x="0" y="1920240"/>
                </a:lnTo>
                <a:close/>
              </a:path>
            </a:pathLst>
          </a:custGeom>
          <a:solidFill>
            <a:schemeClr val="accent2">
              <a:alpha val="35000"/>
            </a:schemeClr>
          </a:solidFill>
          <a:ln>
            <a:noFill/>
          </a:ln>
        </p:spPr>
      </p:sp>
      <p:sp>
        <p:nvSpPr>
          <p:cNvPr id="9" name="Decoration 97"/>
          <p:cNvSpPr/>
          <p:nvPr userDrawn="1"/>
        </p:nvSpPr>
        <p:spPr>
          <a:xfrm>
            <a:off x="0" y="5760720"/>
            <a:ext cx="12192000" cy="1097280"/>
          </a:xfrm>
          <a:custGeom>
            <a:avLst/>
            <a:gdLst/>
            <a:ahLst/>
            <a:cxnLst/>
            <a:rect l="0" t="0" r="r" b="b"/>
            <a:pathLst>
              <a:path w="12192000" h="1097280">
                <a:moveTo>
                  <a:pt x="0" y="438912"/>
                </a:moveTo>
                <a:cubicBezTo>
                  <a:pt x="2682240" y="54864"/>
                  <a:pt x="5852160" y="1042416"/>
                  <a:pt x="9022080" y="460858"/>
                </a:cubicBezTo>
                <a:cubicBezTo>
                  <a:pt x="10485120" y="197510"/>
                  <a:pt x="11582400" y="241402"/>
                  <a:pt x="12192000" y="329184"/>
                </a:cubicBezTo>
                <a:lnTo>
                  <a:pt x="12192000" y="1097280"/>
                </a:lnTo>
                <a:lnTo>
                  <a:pt x="0" y="1097280"/>
                </a:lnTo>
                <a:close/>
              </a:path>
            </a:pathLst>
          </a:custGeom>
          <a:solidFill>
            <a:schemeClr val="accent1">
              <a:alpha val="60000"/>
            </a:schemeClr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9200" y="822960"/>
            <a:ext cx="9753600" cy="2331720"/>
          </a:xfrm>
        </p:spPr>
        <p:txBody>
          <a:bodyPr anchor="b"/>
          <a:lstStyle>
            <a:lvl1pPr algn="ctr">
              <a:defRPr sz="50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9200" y="3291840"/>
            <a:ext cx="9753600" cy="960120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0" indent="0" algn="ctr">
              <a:buNone/>
              <a:defRPr sz="1800">
                <a:solidFill>
                  <a:schemeClr val="tx2"/>
                </a:solidFill>
              </a:defRPr>
            </a:lvl2pPr>
            <a:lvl3pPr marL="0" indent="0" algn="ctr">
              <a:buNone/>
              <a:defRPr sz="1600">
                <a:solidFill>
                  <a:schemeClr val="tx2"/>
                </a:solidFill>
              </a:defRPr>
            </a:lvl3pPr>
            <a:lvl4pPr marL="0" indent="0" algn="ctr">
              <a:buNone/>
              <a:defRPr sz="1400">
                <a:solidFill>
                  <a:schemeClr val="tx2"/>
                </a:solidFill>
              </a:defRPr>
            </a:lvl4pPr>
            <a:lvl5pPr marL="0" indent="0" algn="ctr">
              <a:buNone/>
              <a:defRPr sz="1400">
                <a:solidFill>
                  <a:schemeClr val="tx2"/>
                </a:solidFill>
              </a:defRPr>
            </a:lvl5pPr>
          </a:lstStyle>
          <a:p>
            <a:r>
              <a:rPr lang="en-US"/>
              <a:t>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8DC47-4060-42DA-9025-969963ADA823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5D946-C9DB-44BD-9CF0-C76B34B5494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8DC47-4060-42DA-9025-969963ADA823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5D946-C9DB-44BD-9CF0-C76B34B5494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098" y="1714500"/>
            <a:ext cx="10477804" cy="2860472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098" y="4601718"/>
            <a:ext cx="10477804" cy="150464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8DC47-4060-42DA-9025-969963ADA823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5D946-C9DB-44BD-9CF0-C76B34B5494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84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8DC47-4060-42DA-9025-969963ADA823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5D946-C9DB-44BD-9CF0-C76B34B5494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211809"/>
          </a:xfrm>
        </p:spPr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82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84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84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8DC47-4060-42DA-9025-969963ADA823}" type="datetimeFigureOut">
              <a:rPr lang="en-US"/>
              <a:t>1/1/2026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5D946-C9DB-44BD-9CF0-C76B34B5494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8DC47-4060-42DA-9025-969963ADA823}" type="datetimeFigureOut">
              <a:rPr lang="en-US"/>
              <a:t>1/1/2026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5D946-C9DB-44BD-9CF0-C76B34B5494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8DC47-4060-42DA-9025-969963ADA823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5D946-C9DB-44BD-9CF0-C76B34B5494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8DC47-4060-42DA-9025-969963ADA823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5D946-C9DB-44BD-9CF0-C76B34B5494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8DC47-4060-42DA-9025-969963ADA823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5D946-C9DB-44BD-9CF0-C76B34B5494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8DC47-4060-42DA-9025-969963ADA823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5D946-C9DB-44BD-9CF0-C76B34B5494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orient="vert"/>
          </p:nvPr>
        </p:nvSpPr>
        <p:spPr>
          <a:xfrm>
            <a:off x="8953195" y="365531"/>
            <a:ext cx="2400605" cy="5811470"/>
          </a:xfrm>
        </p:spPr>
        <p:txBody>
          <a:bodyPr vert="eaVert"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531"/>
            <a:ext cx="7810195" cy="5811470"/>
          </a:xfrm>
        </p:spPr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8DC47-4060-42DA-9025-969963ADA823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5D946-C9DB-44BD-9CF0-C76B34B5494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Lagoon">
    <p:bg>
      <p:bgPr>
        <a:gradFill rotWithShape="1">
          <a:gsLst>
            <a:gs pos="0">
              <a:schemeClr val="bg1"/>
            </a:gs>
            <a:gs pos="100000">
              <a:schemeClr val="bg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98"/>
          <p:cNvSpPr/>
          <p:nvPr userDrawn="1"/>
        </p:nvSpPr>
        <p:spPr>
          <a:xfrm>
            <a:off x="0" y="5897880"/>
            <a:ext cx="12192000" cy="960120"/>
          </a:xfrm>
          <a:custGeom>
            <a:avLst/>
            <a:gdLst/>
            <a:ahLst/>
            <a:cxnLst/>
            <a:rect l="0" t="0" r="r" b="b"/>
            <a:pathLst>
              <a:path w="12192000" h="960120">
                <a:moveTo>
                  <a:pt x="0" y="480060"/>
                </a:moveTo>
                <a:cubicBezTo>
                  <a:pt x="2682240" y="48006"/>
                  <a:pt x="5852160" y="912114"/>
                  <a:pt x="9022080" y="403250"/>
                </a:cubicBezTo>
                <a:cubicBezTo>
                  <a:pt x="10485120" y="172822"/>
                  <a:pt x="11582400" y="211226"/>
                  <a:pt x="12192000" y="288036"/>
                </a:cubicBezTo>
                <a:lnTo>
                  <a:pt x="12192000" y="960120"/>
                </a:lnTo>
                <a:lnTo>
                  <a:pt x="0" y="96012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</p:sp>
      <p:sp>
        <p:nvSpPr>
          <p:cNvPr id="8" name="Decoration 99"/>
          <p:cNvSpPr/>
          <p:nvPr userDrawn="1"/>
        </p:nvSpPr>
        <p:spPr>
          <a:xfrm>
            <a:off x="0" y="6172200"/>
            <a:ext cx="12192000" cy="685800"/>
          </a:xfrm>
          <a:custGeom>
            <a:avLst/>
            <a:gdLst/>
            <a:ahLst/>
            <a:cxnLst/>
            <a:rect l="0" t="0" r="r" b="b"/>
            <a:pathLst>
              <a:path w="12192000" h="685800">
                <a:moveTo>
                  <a:pt x="0" y="205740"/>
                </a:moveTo>
                <a:cubicBezTo>
                  <a:pt x="2682240" y="34290"/>
                  <a:pt x="5852160" y="651510"/>
                  <a:pt x="9022080" y="288036"/>
                </a:cubicBezTo>
                <a:cubicBezTo>
                  <a:pt x="10485120" y="123444"/>
                  <a:pt x="11582400" y="150876"/>
                  <a:pt x="12192000" y="205740"/>
                </a:cubicBezTo>
                <a:lnTo>
                  <a:pt x="12192000" y="685800"/>
                </a:lnTo>
                <a:lnTo>
                  <a:pt x="0" y="685800"/>
                </a:lnTo>
                <a:close/>
              </a:path>
            </a:pathLst>
          </a:custGeom>
          <a:solidFill>
            <a:schemeClr val="accent2">
              <a:alpha val="25000"/>
            </a:schemeClr>
          </a:solidFill>
          <a:ln>
            <a:noFill/>
          </a:ln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4525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00"/>
            <a:ext cx="10515600" cy="43514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FC08DC47-4060-42DA-9025-969963ADA823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14800" y="6355994"/>
            <a:ext cx="39624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065D946-C9DB-44BD-9CF0-C76B34B54948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Font typeface="Arial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entered 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</p:sld>
</file>

<file path=ppt/theme/theme1.xml><?xml version="1.0" encoding="utf-8"?>
<a:theme xmlns:a="http://schemas.openxmlformats.org/drawingml/2006/main" name="Default Theme">
  <a:themeElements>
    <a:clrScheme name="Default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efault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goon">
  <a:themeElements>
    <a:clrScheme name="Lagoon Mint">
      <a:dk1>
        <a:srgbClr val="1A2E29"/>
      </a:dk1>
      <a:lt1>
        <a:srgbClr val="F6FCF9"/>
      </a:lt1>
      <a:dk2>
        <a:srgbClr val="4A6B60"/>
      </a:dk2>
      <a:lt2>
        <a:srgbClr val="D6F0E5"/>
      </a:lt2>
      <a:accent1>
        <a:srgbClr val="1F8A63"/>
      </a:accent1>
      <a:accent2>
        <a:srgbClr val="5BB5A2"/>
      </a:accent2>
      <a:accent3>
        <a:srgbClr val="E8A54A"/>
      </a:accent3>
      <a:accent4>
        <a:srgbClr val="4A86C7"/>
      </a:accent4>
      <a:accent5>
        <a:srgbClr val="C75F7A"/>
      </a:accent5>
      <a:accent6>
        <a:srgbClr val="8A8F4E"/>
      </a:accent6>
      <a:hlink>
        <a:srgbClr val="1F8A63"/>
      </a:hlink>
      <a:folHlink>
        <a:srgbClr val="4A86C7"/>
      </a:folHlink>
    </a:clrScheme>
    <a:fontScheme name="Tahoma-Verdana">
      <a:majorFont>
        <a:latin typeface="Tahoma"/>
        <a:ea typeface=""/>
        <a:cs typeface=""/>
      </a:majorFont>
      <a:minorFont>
        <a:latin typeface="Verdana"/>
        <a:ea typeface=""/>
        <a:cs typeface=""/>
      </a:minorFont>
    </a:fontScheme>
    <a:fmtScheme name="Soft Shadow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3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</a:schemeClr>
            </a:gs>
            <a:gs pos="100000">
              <a:schemeClr val="phClr">
                <a:shade val="9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</a:schemeClr>
            </a:gs>
            <a:gs pos="100000">
              <a:schemeClr val="phClr">
                <a:shade val="78000"/>
              </a:schemeClr>
            </a:gs>
          </a:gsLst>
          <a:path path="circle">
            <a:fillToRect l="50000" t="30000" r="50000" b="7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@office-kit/pptx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</cp:coreProperties>
</file>