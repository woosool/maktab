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1">
          <a:gsLst>
            <a:gs pos="0">
              <a:schemeClr val="accent1">
                <a:lumMod val="60000"/>
                <a:lumOff val="40000"/>
              </a:schemeClr>
            </a:gs>
            <a:gs pos="6200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26"/>
          <p:cNvSpPr/>
          <p:nvPr userDrawn="1"/>
        </p:nvSpPr>
        <p:spPr>
          <a:xfrm>
            <a:off x="0" y="4251960"/>
            <a:ext cx="121920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427"/>
          <p:cNvSpPr/>
          <p:nvPr userDrawn="1"/>
        </p:nvSpPr>
        <p:spPr>
          <a:xfrm>
            <a:off x="0" y="4251960"/>
            <a:ext cx="12192000" cy="2606040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orizon">
    <p:bg>
      <p:bgPr>
        <a:gradFill rotWithShape="1">
          <a:gsLst>
            <a:gs pos="0">
              <a:schemeClr val="bg2"/>
            </a:gs>
            <a:gs pos="70000">
              <a:schemeClr val="bg1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28"/>
          <p:cNvSpPr/>
          <p:nvPr userDrawn="1"/>
        </p:nvSpPr>
        <p:spPr>
          <a:xfrm>
            <a:off x="0" y="6206490"/>
            <a:ext cx="12192000" cy="1905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EA90F0E-3A73-4E66-9D04-7611B4961CE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832307-5B65-4727-A546-785E644D5500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orizon">
  <a:themeElements>
    <a:clrScheme name="Horizon Dusk">
      <a:dk1>
        <a:srgbClr val="141A28"/>
      </a:dk1>
      <a:lt1>
        <a:srgbClr val="EEF1F8"/>
      </a:lt1>
      <a:dk2>
        <a:srgbClr val="223050"/>
      </a:dk2>
      <a:lt2>
        <a:srgbClr val="A8B4D0"/>
      </a:lt2>
      <a:accent1>
        <a:srgbClr val="7F9CFF"/>
      </a:accent1>
      <a:accent2>
        <a:srgbClr val="FFB36B"/>
      </a:accent2>
      <a:accent3>
        <a:srgbClr val="6FD1B0"/>
      </a:accent3>
      <a:accent4>
        <a:srgbClr val="FF8A8A"/>
      </a:accent4>
      <a:accent5>
        <a:srgbClr val="C3A0FF"/>
      </a:accent5>
      <a:accent6>
        <a:srgbClr val="A0B0C8"/>
      </a:accent6>
      <a:hlink>
        <a:srgbClr val="9CB4FF"/>
      </a:hlink>
      <a:folHlink>
        <a:srgbClr val="D0B4FF"/>
      </a:folHlink>
    </a:clrScheme>
    <a:fontScheme name="Trebuchet MS-Verdana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