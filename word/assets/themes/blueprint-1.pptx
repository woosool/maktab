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73"/>
          <p:cNvSpPr/>
          <p:nvPr userDrawn="1"/>
        </p:nvSpPr>
        <p:spPr>
          <a:xfrm>
            <a:off x="4876800" y="3545586"/>
            <a:ext cx="2438400" cy="2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1969"/>
            <a:ext cx="9144000" cy="238727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1136"/>
            <a:ext cx="9144000" cy="1655521"/>
          </a:xfrm>
        </p:spPr>
        <p:txBody>
          <a:bodyPr/>
          <a:lstStyle>
            <a:lvl1pPr marL="0" algn="ctr" indent="0">
              <a:buNone/>
              <a:defRPr sz="2400"/>
            </a:lvl1pPr>
            <a:lvl2pPr marL="0" algn="ctr" indent="0">
              <a:buNone/>
              <a:defRPr sz="2000"/>
            </a:lvl2pPr>
            <a:lvl3pPr marL="0" algn="ctr" indent="0">
              <a:buNone/>
              <a:defRPr sz="1800"/>
            </a:lvl3pPr>
            <a:lvl4pPr marL="0" algn="ctr" indent="0">
              <a:buNone/>
              <a:defRPr sz="1600"/>
            </a:lvl4pPr>
            <a:lvl5pPr marL="0" algn="ctr" indent="0">
              <a:buNone/>
              <a:defRPr sz="1600"/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83A89-5407-42BD-B9EA-193CF508797C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05DBE-1F83-44FB-9FF7-4E5B50C100B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83A89-5407-42BD-B9EA-193CF508797C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05DBE-1F83-44FB-9FF7-4E5B50C100B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83A89-5407-42BD-B9EA-193CF508797C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05DBE-1F83-44FB-9FF7-4E5B50C100B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83A89-5407-42BD-B9EA-193CF508797C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05DBE-1F83-44FB-9FF7-4E5B50C100B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83A89-5407-42BD-B9EA-193CF508797C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05DBE-1F83-44FB-9FF7-4E5B50C100B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83A89-5407-42BD-B9EA-193CF508797C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05DBE-1F83-44FB-9FF7-4E5B50C100B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83A89-5407-42BD-B9EA-193CF508797C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05DBE-1F83-44FB-9FF7-4E5B50C100B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83A89-5407-42BD-B9EA-193CF508797C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05DBE-1F83-44FB-9FF7-4E5B50C100B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83A89-5407-42BD-B9EA-193CF508797C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05DBE-1F83-44FB-9FF7-4E5B50C100B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83A89-5407-42BD-B9EA-193CF508797C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05DBE-1F83-44FB-9FF7-4E5B50C100B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83A89-5407-42BD-B9EA-193CF508797C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05DBE-1F83-44FB-9FF7-4E5B50C100B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lueprint">
    <p:bg>
      <p:bgPr>
        <a:pattFill prst="sm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74"/>
          <p:cNvSpPr/>
          <p:nvPr userDrawn="1"/>
        </p:nvSpPr>
        <p:spPr>
          <a:xfrm>
            <a:off x="365760" y="308610"/>
            <a:ext cx="11460480" cy="6240780"/>
          </a:xfrm>
          <a:prstGeom prst="rect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8" name="Decoration 275"/>
          <p:cNvSpPr/>
          <p:nvPr userDrawn="1"/>
        </p:nvSpPr>
        <p:spPr>
          <a:xfrm>
            <a:off x="365760" y="308610"/>
            <a:ext cx="365760" cy="41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Decoration 276"/>
          <p:cNvSpPr/>
          <p:nvPr userDrawn="1"/>
        </p:nvSpPr>
        <p:spPr>
          <a:xfrm>
            <a:off x="11460480" y="6508242"/>
            <a:ext cx="365760" cy="41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9C83A89-5407-42BD-B9EA-193CF508797C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2A05DBE-1F83-44FB-9FF7-4E5B50C100B4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/>
        <a:buChar char="+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/>
        <a:buChar char="+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/>
        <a:buChar char="+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/>
        <a:buChar char="+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lueprint">
  <a:themeElements>
    <a:clrScheme name="Blueprint Paper">
      <a:dk1>
        <a:srgbClr val="1F3550"/>
      </a:dk1>
      <a:lt1>
        <a:srgbClr val="FBFDFF"/>
      </a:lt1>
      <a:dk2>
        <a:srgbClr val="50677F"/>
      </a:dk2>
      <a:lt2>
        <a:srgbClr val="DDE8F3"/>
      </a:lt2>
      <a:accent1>
        <a:srgbClr val="1F5FA6"/>
      </a:accent1>
      <a:accent2>
        <a:srgbClr val="E08A2B"/>
      </a:accent2>
      <a:accent3>
        <a:srgbClr val="2F8F6F"/>
      </a:accent3>
      <a:accent4>
        <a:srgbClr val="B04A4A"/>
      </a:accent4>
      <a:accent5>
        <a:srgbClr val="6A4FA0"/>
      </a:accent5>
      <a:accent6>
        <a:srgbClr val="6F8296"/>
      </a:accent6>
      <a:hlink>
        <a:srgbClr val="1F5FA6"/>
      </a:hlink>
      <a:folHlink>
        <a:srgbClr val="6A4FA0"/>
      </a:folHlink>
    </a:clrScheme>
    <a:fontScheme name="Courier New-Verdana">
      <a:majorFont>
        <a:latin typeface="Courier New"/>
        <a:ea typeface=""/>
        <a:cs typeface=""/>
      </a:majorFont>
      <a:minorFont>
        <a:latin typeface="Verdana"/>
        <a:ea typeface=""/>
        <a:cs typeface=""/>
      </a:minorFont>
    </a:fontScheme>
    <a:fmtScheme name="Strong Outlin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19050" cap="flat" cmpd="sng" algn="ctr">
          <a:solidFill>
            <a:schemeClr val="phClr">
              <a:shade val="50000"/>
            </a:schemeClr>
          </a:solidFill>
          <a:prstDash val="solid"/>
          <a:miter lim="800000"/>
        </a:ln>
        <a:ln w="28575" cap="flat" cmpd="sng" algn="ctr">
          <a:solidFill>
            <a:schemeClr val="phClr">
              <a:shade val="50000"/>
            </a:schemeClr>
          </a:solidFill>
          <a:prstDash val="solid"/>
          <a:miter lim="800000"/>
        </a:ln>
        <a:ln w="38100" cap="flat" cmpd="sng" algn="ctr">
          <a:solidFill>
            <a:schemeClr val="phClr">
              <a:shade val="50000"/>
            </a:schemeClr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