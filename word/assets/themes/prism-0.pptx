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73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3352800" y="0"/>
                </a:moveTo>
                <a:lnTo>
                  <a:pt x="4572000" y="0"/>
                </a:lnTo>
                <a:lnTo>
                  <a:pt x="2743200" y="6858000"/>
                </a:lnTo>
                <a:lnTo>
                  <a:pt x="152400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174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4572000" y="0"/>
                </a:moveTo>
                <a:lnTo>
                  <a:pt x="5486400" y="0"/>
                </a:lnTo>
                <a:lnTo>
                  <a:pt x="3657600" y="6858000"/>
                </a:lnTo>
                <a:lnTo>
                  <a:pt x="27432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175"/>
          <p:cNvSpPr/>
          <p:nvPr userDrawn="1"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0" t="0" r="r" b="b"/>
            <a:pathLst>
              <a:path w="6096000" h="6858000">
                <a:moveTo>
                  <a:pt x="5486400" y="0"/>
                </a:moveTo>
                <a:lnTo>
                  <a:pt x="6096000" y="0"/>
                </a:lnTo>
                <a:lnTo>
                  <a:pt x="6096000" y="1714500"/>
                </a:lnTo>
                <a:lnTo>
                  <a:pt x="4572000" y="6858000"/>
                </a:lnTo>
                <a:lnTo>
                  <a:pt x="3657600" y="6858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70560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76"/>
          <p:cNvSpPr/>
          <p:nvPr userDrawn="1"/>
        </p:nvSpPr>
        <p:spPr>
          <a:xfrm>
            <a:off x="10485120" y="1371600"/>
            <a:ext cx="1706880" cy="3429000"/>
          </a:xfrm>
          <a:custGeom>
            <a:avLst/>
            <a:gdLst/>
            <a:ahLst/>
            <a:cxnLst/>
            <a:rect l="0" t="0" r="r" b="b"/>
            <a:pathLst>
              <a:path w="1706880" h="3429000">
                <a:moveTo>
                  <a:pt x="512064" y="0"/>
                </a:moveTo>
                <a:lnTo>
                  <a:pt x="1706880" y="0"/>
                </a:lnTo>
                <a:lnTo>
                  <a:pt x="1194816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ris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77"/>
          <p:cNvSpPr/>
          <p:nvPr userDrawn="1"/>
        </p:nvSpPr>
        <p:spPr>
          <a:xfrm>
            <a:off x="0" y="6569964"/>
            <a:ext cx="4876800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78"/>
          <p:cNvSpPr/>
          <p:nvPr userDrawn="1"/>
        </p:nvSpPr>
        <p:spPr>
          <a:xfrm>
            <a:off x="4876800" y="6569964"/>
            <a:ext cx="3657600" cy="2880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79"/>
          <p:cNvSpPr/>
          <p:nvPr userDrawn="1"/>
        </p:nvSpPr>
        <p:spPr>
          <a:xfrm>
            <a:off x="8534400" y="6569964"/>
            <a:ext cx="3657600" cy="2880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88908A0-0F6F-40D1-895A-3C3DA2E98F1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F946017-A260-4D40-956E-1184FA65481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▸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sm">
  <a:themeElements>
    <a:clrScheme name="Prism">
      <a:dk1>
        <a:srgbClr val="1F1F2E"/>
      </a:dk1>
      <a:lt1>
        <a:srgbClr val="FFFFFF"/>
      </a:lt1>
      <a:dk2>
        <a:srgbClr val="545470"/>
      </a:dk2>
      <a:lt2>
        <a:srgbClr val="EEEEF6"/>
      </a:lt2>
      <a:accent1>
        <a:srgbClr val="5B3CC4"/>
      </a:accent1>
      <a:accent2>
        <a:srgbClr val="E94F64"/>
      </a:accent2>
      <a:accent3>
        <a:srgbClr val="F7B538"/>
      </a:accent3>
      <a:accent4>
        <a:srgbClr val="20A39E"/>
      </a:accent4>
      <a:accent5>
        <a:srgbClr val="3D7DD8"/>
      </a:accent5>
      <a:accent6>
        <a:srgbClr val="8F8FA8"/>
      </a:accent6>
      <a:hlink>
        <a:srgbClr val="3D7DD8"/>
      </a:hlink>
      <a:folHlink>
        <a:srgbClr val="5B3CC4"/>
      </a:folHlink>
    </a:clrScheme>
    <a:fontScheme name="Raleway-Verdana">
      <a:majorFont>
        <a:latin typeface="Raleway"/>
        <a:ea typeface=""/>
        <a:cs typeface=""/>
      </a:majorFont>
      <a:minorFont>
        <a:latin typeface="Verdana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