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1">
          <a:gsLst>
            <a:gs pos="0">
              <a:schemeClr val="accent1">
                <a:lumMod val="60000"/>
                <a:lumOff val="40000"/>
              </a:schemeClr>
            </a:gs>
            <a:gs pos="62000">
              <a:schemeClr val="bg1"/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20"/>
          <p:cNvSpPr/>
          <p:nvPr userDrawn="1"/>
        </p:nvSpPr>
        <p:spPr>
          <a:xfrm>
            <a:off x="0" y="4251960"/>
            <a:ext cx="121920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421"/>
          <p:cNvSpPr/>
          <p:nvPr userDrawn="1"/>
        </p:nvSpPr>
        <p:spPr>
          <a:xfrm>
            <a:off x="0" y="4251960"/>
            <a:ext cx="12192000" cy="2606040"/>
          </a:xfrm>
          <a:prstGeom prst="rect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6F10-5DB0-4E32-B0AB-24CBC030177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EFB0-1AB8-4050-9DD6-0D052CFD0E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6F10-5DB0-4E32-B0AB-24CBC030177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EFB0-1AB8-4050-9DD6-0D052CFD0E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6F10-5DB0-4E32-B0AB-24CBC030177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EFB0-1AB8-4050-9DD6-0D052CFD0E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6F10-5DB0-4E32-B0AB-24CBC030177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EFB0-1AB8-4050-9DD6-0D052CFD0E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6F10-5DB0-4E32-B0AB-24CBC0301777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EFB0-1AB8-4050-9DD6-0D052CFD0E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6F10-5DB0-4E32-B0AB-24CBC0301777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EFB0-1AB8-4050-9DD6-0D052CFD0E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6F10-5DB0-4E32-B0AB-24CBC0301777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EFB0-1AB8-4050-9DD6-0D052CFD0E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6F10-5DB0-4E32-B0AB-24CBC030177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EFB0-1AB8-4050-9DD6-0D052CFD0E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6F10-5DB0-4E32-B0AB-24CBC030177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EFB0-1AB8-4050-9DD6-0D052CFD0E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6F10-5DB0-4E32-B0AB-24CBC030177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EFB0-1AB8-4050-9DD6-0D052CFD0E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6F10-5DB0-4E32-B0AB-24CBC030177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EFB0-1AB8-4050-9DD6-0D052CFD0E2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orizon">
    <p:bg>
      <p:bgPr>
        <a:gradFill rotWithShape="1">
          <a:gsLst>
            <a:gs pos="0">
              <a:schemeClr val="bg2"/>
            </a:gs>
            <a:gs pos="70000">
              <a:schemeClr val="bg1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22"/>
          <p:cNvSpPr/>
          <p:nvPr userDrawn="1"/>
        </p:nvSpPr>
        <p:spPr>
          <a:xfrm>
            <a:off x="0" y="6206490"/>
            <a:ext cx="12192000" cy="1905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1856F10-5DB0-4E32-B0AB-24CBC030177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9D4EFB0-1AB8-4050-9DD6-0D052CFD0E2D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orizon">
  <a:themeElements>
    <a:clrScheme name="Horizon Dawn">
      <a:dk1>
        <a:srgbClr val="2D2233"/>
      </a:dk1>
      <a:lt1>
        <a:srgbClr val="FFFBF8"/>
      </a:lt1>
      <a:dk2>
        <a:srgbClr val="6E5A72"/>
      </a:dk2>
      <a:lt2>
        <a:srgbClr val="FBE7DF"/>
      </a:lt2>
      <a:accent1>
        <a:srgbClr val="D4547A"/>
      </a:accent1>
      <a:accent2>
        <a:srgbClr val="F2A65A"/>
      </a:accent2>
      <a:accent3>
        <a:srgbClr val="4A90A8"/>
      </a:accent3>
      <a:accent4>
        <a:srgbClr val="7A6AB8"/>
      </a:accent4>
      <a:accent5>
        <a:srgbClr val="5A9A6A"/>
      </a:accent5>
      <a:accent6>
        <a:srgbClr val="9A8A8A"/>
      </a:accent6>
      <a:hlink>
        <a:srgbClr val="4A7AA8"/>
      </a:hlink>
      <a:folHlink>
        <a:srgbClr val="7A6AB8"/>
      </a:folHlink>
    </a:clrScheme>
    <a:fontScheme name="Trebuchet MS-Verdana">
      <a:majorFont>
        <a:latin typeface="Trebuchet MS"/>
        <a:ea typeface=""/>
        <a:cs typeface=""/>
      </a:majorFont>
      <a:minorFont>
        <a:latin typeface="Verdan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