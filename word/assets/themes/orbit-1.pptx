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11"/>
          <p:cNvSpPr/>
          <p:nvPr userDrawn="1"/>
        </p:nvSpPr>
        <p:spPr>
          <a:xfrm>
            <a:off x="7315200" y="411480"/>
            <a:ext cx="5852160" cy="5852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12"/>
          <p:cNvSpPr/>
          <p:nvPr userDrawn="1"/>
        </p:nvSpPr>
        <p:spPr>
          <a:xfrm>
            <a:off x="6827520" y="0"/>
            <a:ext cx="6827520" cy="682752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</p:sp>
      <p:sp>
        <p:nvSpPr>
          <p:cNvPr id="9" name="Decoration 113"/>
          <p:cNvSpPr/>
          <p:nvPr userDrawn="1"/>
        </p:nvSpPr>
        <p:spPr>
          <a:xfrm>
            <a:off x="10728960" y="4251960"/>
            <a:ext cx="853440" cy="8534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096000" cy="260604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251960"/>
            <a:ext cx="58521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14"/>
          <p:cNvSpPr/>
          <p:nvPr userDrawn="1"/>
        </p:nvSpPr>
        <p:spPr>
          <a:xfrm>
            <a:off x="9509760" y="1234440"/>
            <a:ext cx="3657600" cy="36576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rb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15"/>
          <p:cNvSpPr/>
          <p:nvPr userDrawn="1"/>
        </p:nvSpPr>
        <p:spPr>
          <a:xfrm>
            <a:off x="10789920" y="-754380"/>
            <a:ext cx="2072640" cy="2072640"/>
          </a:xfrm>
          <a:prstGeom prst="ellipse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8" name="Decoration 116"/>
          <p:cNvSpPr/>
          <p:nvPr userDrawn="1"/>
        </p:nvSpPr>
        <p:spPr>
          <a:xfrm>
            <a:off x="10424160" y="-1097280"/>
            <a:ext cx="2926080" cy="2926080"/>
          </a:xfrm>
          <a:prstGeom prst="ellipse">
            <a:avLst/>
          </a:prstGeom>
          <a:noFill/>
          <a:ln w="15875">
            <a:solidFill>
              <a:schemeClr val="accent2">
                <a:alpha val="70000"/>
              </a:schemeClr>
            </a:solidFill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1C6F8A1-8CDF-4F65-AD61-9F2B51F2CB5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20A6326-3919-4BAF-8322-74511237A21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●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●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○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bit">
  <a:themeElements>
    <a:clrScheme name="Orbit Sunset">
      <a:dk1>
        <a:srgbClr val="2D1B2E"/>
      </a:dk1>
      <a:lt1>
        <a:srgbClr val="FFF9F6"/>
      </a:lt1>
      <a:dk2>
        <a:srgbClr val="6E5470"/>
      </a:dk2>
      <a:lt2>
        <a:srgbClr val="F7E8E6"/>
      </a:lt2>
      <a:accent1>
        <a:srgbClr val="D9485F"/>
      </a:accent1>
      <a:accent2>
        <a:srgbClr val="F29E4C"/>
      </a:accent2>
      <a:accent3>
        <a:srgbClr val="4A8FC7"/>
      </a:accent3>
      <a:accent4>
        <a:srgbClr val="7B5EA8"/>
      </a:accent4>
      <a:accent5>
        <a:srgbClr val="3FA58F"/>
      </a:accent5>
      <a:accent6>
        <a:srgbClr val="C0A050"/>
      </a:accent6>
      <a:hlink>
        <a:srgbClr val="D9485F"/>
      </a:hlink>
      <a:folHlink>
        <a:srgbClr val="7B5EA8"/>
      </a:folHlink>
    </a:clrScheme>
    <a:fontScheme name="Tahoma-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Glow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50000" t="30000" r="50000" b="7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>
            <a:glow rad="635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40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