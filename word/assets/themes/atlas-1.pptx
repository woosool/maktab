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1"/>
          <p:cNvSpPr/>
          <p:nvPr userDrawn="1"/>
        </p:nvSpPr>
        <p:spPr>
          <a:xfrm>
            <a:off x="5120640" y="3840480"/>
            <a:ext cx="1950720" cy="25400"/>
          </a:xfrm>
          <a:prstGeom prst="rect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1097280"/>
            <a:ext cx="9753600" cy="253746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4114800"/>
            <a:ext cx="9753600" cy="1234440"/>
          </a:xfrm>
        </p:spPr>
        <p:txBody>
          <a:bodyPr anchor="t"/>
          <a:lstStyle>
            <a:lvl1pPr marL="0" indent="0" algn="ctr">
              <a:buNone/>
              <a:defRPr sz="2000"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30349-1745-45C6-A9E3-506A8E44AD5E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AC80D-D70C-48FE-92CB-2134BEE2FF6F}" type="slidenum">
              <a:rPr lang="en-US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30349-1745-45C6-A9E3-506A8E44AD5E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AC80D-D70C-48FE-92CB-2134BEE2FF6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2"/>
          <p:cNvSpPr/>
          <p:nvPr userDrawn="1"/>
        </p:nvSpPr>
        <p:spPr>
          <a:xfrm>
            <a:off x="853440" y="2057400"/>
            <a:ext cx="121920" cy="2468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783080"/>
            <a:ext cx="9753600" cy="2743200"/>
          </a:xfrm>
        </p:spPr>
        <p:txBody>
          <a:bodyPr anchor="b"/>
          <a:lstStyle>
            <a:lvl1pPr algn="l">
              <a:defRPr sz="4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4663440"/>
            <a:ext cx="9753600" cy="1371600"/>
          </a:xfrm>
        </p:spPr>
        <p:txBody>
          <a:bodyPr anchor="t"/>
          <a:lstStyle>
            <a:lvl1pPr marL="0" indent="0" algn="l">
              <a:buNone/>
              <a:defRPr sz="2000"/>
            </a:lvl1pPr>
            <a:lvl2pPr marL="0" indent="0" algn="l">
              <a:buNone/>
              <a:defRPr sz="1800"/>
            </a:lvl2pPr>
            <a:lvl3pPr marL="0" indent="0" algn="l">
              <a:buNone/>
              <a:defRPr sz="16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30349-1745-45C6-A9E3-506A8E44AD5E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AC80D-D70C-48FE-92CB-2134BEE2FF6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30349-1745-45C6-A9E3-506A8E44AD5E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AC80D-D70C-48FE-92CB-2134BEE2FF6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30349-1745-45C6-A9E3-506A8E44AD5E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AC80D-D70C-48FE-92CB-2134BEE2FF6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30349-1745-45C6-A9E3-506A8E44AD5E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AC80D-D70C-48FE-92CB-2134BEE2FF6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30349-1745-45C6-A9E3-506A8E44AD5E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AC80D-D70C-48FE-92CB-2134BEE2FF6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30349-1745-45C6-A9E3-506A8E44AD5E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AC80D-D70C-48FE-92CB-2134BEE2FF6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30349-1745-45C6-A9E3-506A8E44AD5E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AC80D-D70C-48FE-92CB-2134BEE2FF6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30349-1745-45C6-A9E3-506A8E44AD5E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AC80D-D70C-48FE-92CB-2134BEE2FF6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30349-1745-45C6-A9E3-506A8E44AD5E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AC80D-D70C-48FE-92CB-2134BEE2FF6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tla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3"/>
          <p:cNvSpPr/>
          <p:nvPr userDrawn="1"/>
        </p:nvSpPr>
        <p:spPr>
          <a:xfrm>
            <a:off x="0" y="0"/>
            <a:ext cx="12192000" cy="205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24"/>
          <p:cNvSpPr/>
          <p:nvPr userDrawn="1"/>
        </p:nvSpPr>
        <p:spPr>
          <a:xfrm>
            <a:off x="0" y="205740"/>
            <a:ext cx="12192000" cy="411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2430349-1745-45C6-A9E3-506A8E44AD5E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08AC80D-D70C-48FE-92CB-2134BEE2FF6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cap="all" spc="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—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—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—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—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tlas">
  <a:themeElements>
    <a:clrScheme name="Atlas Rust">
      <a:dk1>
        <a:srgbClr val="2A201C"/>
      </a:dk1>
      <a:lt1>
        <a:srgbClr val="FFFCF9"/>
      </a:lt1>
      <a:dk2>
        <a:srgbClr val="6A574D"/>
      </a:dk2>
      <a:lt2>
        <a:srgbClr val="F3EBE4"/>
      </a:lt2>
      <a:accent1>
        <a:srgbClr val="8A3B22"/>
      </a:accent1>
      <a:accent2>
        <a:srgbClr val="D9A441"/>
      </a:accent2>
      <a:accent3>
        <a:srgbClr val="46807A"/>
      </a:accent3>
      <a:accent4>
        <a:srgbClr val="5B6AA8"/>
      </a:accent4>
      <a:accent5>
        <a:srgbClr val="A8576E"/>
      </a:accent5>
      <a:accent6>
        <a:srgbClr val="8F8A5A"/>
      </a:accent6>
      <a:hlink>
        <a:srgbClr val="8A3B22"/>
      </a:hlink>
      <a:folHlink>
        <a:srgbClr val="5B6AA8"/>
      </a:folHlink>
    </a:clrScheme>
    <a:fontScheme name="Raleway">
      <a:majorFont>
        <a:latin typeface="Raleway"/>
        <a:ea typeface=""/>
        <a:cs typeface=""/>
      </a:majorFont>
      <a:minorFont>
        <a:latin typeface="Raleway"/>
        <a:ea typeface=""/>
        <a:cs typeface=""/>
      </a:minorFont>
    </a:fontScheme>
    <a:fmtScheme name="Fla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