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7"/>
          <p:cNvSpPr/>
          <p:nvPr userDrawn="1"/>
        </p:nvSpPr>
        <p:spPr>
          <a:xfrm>
            <a:off x="487680" y="411480"/>
            <a:ext cx="11216640" cy="603504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</p:sp>
      <p:sp>
        <p:nvSpPr>
          <p:cNvPr id="8" name="Decoration 48"/>
          <p:cNvSpPr/>
          <p:nvPr userDrawn="1"/>
        </p:nvSpPr>
        <p:spPr>
          <a:xfrm>
            <a:off x="609600" y="534924"/>
            <a:ext cx="10972800" cy="5788152"/>
          </a:xfrm>
          <a:prstGeom prst="rect">
            <a:avLst/>
          </a:prstGeom>
          <a:noFill/>
          <a:ln w="6350">
            <a:solidFill>
              <a:schemeClr val="accent1">
                <a:alpha val="50000"/>
              </a:schemeClr>
            </a:solidFill>
          </a:ln>
        </p:spPr>
      </p:sp>
      <p:sp>
        <p:nvSpPr>
          <p:cNvPr id="9" name="Decoration 49"/>
          <p:cNvSpPr/>
          <p:nvPr userDrawn="1"/>
        </p:nvSpPr>
        <p:spPr>
          <a:xfrm>
            <a:off x="5486400" y="3806190"/>
            <a:ext cx="12192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040" y="1165860"/>
            <a:ext cx="9265920" cy="246888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3040" y="4114800"/>
            <a:ext cx="9265920" cy="123444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786-90D6-48F4-BD06-EBABF8C75FE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EAB-13FB-444D-86E1-1BF2B82514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786-90D6-48F4-BD06-EBABF8C75FE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EAB-13FB-444D-86E1-1BF2B82514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50"/>
          <p:cNvSpPr/>
          <p:nvPr userDrawn="1"/>
        </p:nvSpPr>
        <p:spPr>
          <a:xfrm>
            <a:off x="853440" y="4732020"/>
            <a:ext cx="97536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786-90D6-48F4-BD06-EBABF8C75FE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EAB-13FB-444D-86E1-1BF2B82514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786-90D6-48F4-BD06-EBABF8C75FE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EAB-13FB-444D-86E1-1BF2B82514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786-90D6-48F4-BD06-EBABF8C75FE3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EAB-13FB-444D-86E1-1BF2B82514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786-90D6-48F4-BD06-EBABF8C75FE3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EAB-13FB-444D-86E1-1BF2B82514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786-90D6-48F4-BD06-EBABF8C75FE3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EAB-13FB-444D-86E1-1BF2B82514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786-90D6-48F4-BD06-EBABF8C75FE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EAB-13FB-444D-86E1-1BF2B82514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786-90D6-48F4-BD06-EBABF8C75FE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EAB-13FB-444D-86E1-1BF2B82514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786-90D6-48F4-BD06-EBABF8C75FE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EAB-13FB-444D-86E1-1BF2B82514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786-90D6-48F4-BD06-EBABF8C75FE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42EAB-13FB-444D-86E1-1BF2B82514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alle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51"/>
          <p:cNvSpPr/>
          <p:nvPr userDrawn="1"/>
        </p:nvSpPr>
        <p:spPr>
          <a:xfrm>
            <a:off x="838200" y="274320"/>
            <a:ext cx="10515600" cy="9525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8" name="Decoration 52"/>
          <p:cNvSpPr/>
          <p:nvPr userDrawn="1"/>
        </p:nvSpPr>
        <p:spPr>
          <a:xfrm>
            <a:off x="838200" y="329184"/>
            <a:ext cx="10515600" cy="9525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9" name="Decoration 53"/>
          <p:cNvSpPr/>
          <p:nvPr userDrawn="1"/>
        </p:nvSpPr>
        <p:spPr>
          <a:xfrm>
            <a:off x="838200" y="6275070"/>
            <a:ext cx="10515600" cy="6350"/>
          </a:xfrm>
          <a:prstGeom prst="rect">
            <a:avLst/>
          </a:prstGeom>
          <a:solidFill>
            <a:schemeClr val="tx2">
              <a:alpha val="6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181E786-90D6-48F4-BD06-EBABF8C75FE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9842EAB-13FB-444D-86E1-1BF2B8251494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Georgia"/>
        <a:buChar char="·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·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·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allery">
  <a:themeElements>
    <a:clrScheme name="Gallery Rose">
      <a:dk1>
        <a:srgbClr val="2F2427"/>
      </a:dk1>
      <a:lt1>
        <a:srgbClr val="FCF6F5"/>
      </a:lt1>
      <a:dk2>
        <a:srgbClr val="73595F"/>
      </a:dk2>
      <a:lt2>
        <a:srgbClr val="F3E3E2"/>
      </a:lt2>
      <a:accent1>
        <a:srgbClr val="9B4A5D"/>
      </a:accent1>
      <a:accent2>
        <a:srgbClr val="C08A4B"/>
      </a:accent2>
      <a:accent3>
        <a:srgbClr val="577A6A"/>
      </a:accent3>
      <a:accent4>
        <a:srgbClr val="4D628A"/>
      </a:accent4>
      <a:accent5>
        <a:srgbClr val="8A6FA0"/>
      </a:accent5>
      <a:accent6>
        <a:srgbClr val="A08A7A"/>
      </a:accent6>
      <a:hlink>
        <a:srgbClr val="9B4A5D"/>
      </a:hlink>
      <a:folHlink>
        <a:srgbClr val="4D628A"/>
      </a:folHlink>
    </a:clrScheme>
    <a:fontScheme name="Playfair Display-Georgia">
      <a:majorFont>
        <a:latin typeface="Playfair Display"/>
        <a:ea typeface=""/>
        <a:cs typeface=""/>
      </a:majorFont>
      <a:minorFont>
        <a:latin typeface="Georgia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