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407"/>
          <p:cNvSpPr/>
          <p:nvPr userDrawn="1"/>
        </p:nvSpPr>
        <p:spPr>
          <a:xfrm>
            <a:off x="6827520" y="274320"/>
            <a:ext cx="5608320" cy="5486400"/>
          </a:xfrm>
          <a:custGeom>
            <a:avLst/>
            <a:gdLst/>
            <a:ahLst/>
            <a:cxnLst/>
            <a:rect l="0" t="0" r="r" b="b"/>
            <a:pathLst>
              <a:path w="5608320" h="5486400">
                <a:moveTo>
                  <a:pt x="560832" y="1920240"/>
                </a:moveTo>
                <a:cubicBezTo>
                  <a:pt x="841248" y="274320"/>
                  <a:pt x="3084576" y="-274320"/>
                  <a:pt x="4206240" y="658368"/>
                </a:cubicBezTo>
                <a:cubicBezTo>
                  <a:pt x="5496154" y="1645920"/>
                  <a:pt x="5720486" y="3840480"/>
                  <a:pt x="4486656" y="4828032"/>
                </a:cubicBezTo>
                <a:cubicBezTo>
                  <a:pt x="3364992" y="5705856"/>
                  <a:pt x="1121664" y="5376672"/>
                  <a:pt x="448666" y="4114800"/>
                </a:cubicBezTo>
                <a:cubicBezTo>
                  <a:pt x="-112166" y="3291840"/>
                  <a:pt x="336499" y="2633472"/>
                  <a:pt x="560832" y="1920240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</p:sp>
      <p:sp>
        <p:nvSpPr>
          <p:cNvPr id="8" name="Decoration 408"/>
          <p:cNvSpPr/>
          <p:nvPr userDrawn="1"/>
        </p:nvSpPr>
        <p:spPr>
          <a:xfrm>
            <a:off x="8534400" y="2743200"/>
            <a:ext cx="3901440" cy="3977640"/>
          </a:xfrm>
          <a:custGeom>
            <a:avLst/>
            <a:gdLst/>
            <a:ahLst/>
            <a:cxnLst/>
            <a:rect l="0" t="0" r="r" b="b"/>
            <a:pathLst>
              <a:path w="3901440" h="3977640">
                <a:moveTo>
                  <a:pt x="390144" y="1392174"/>
                </a:moveTo>
                <a:cubicBezTo>
                  <a:pt x="585216" y="198882"/>
                  <a:pt x="2145792" y="-198882"/>
                  <a:pt x="2926080" y="477317"/>
                </a:cubicBezTo>
                <a:cubicBezTo>
                  <a:pt x="3823411" y="1193292"/>
                  <a:pt x="3979469" y="2784348"/>
                  <a:pt x="3121152" y="3500323"/>
                </a:cubicBezTo>
                <a:cubicBezTo>
                  <a:pt x="2340864" y="4136746"/>
                  <a:pt x="780288" y="3898087"/>
                  <a:pt x="312115" y="2983230"/>
                </a:cubicBezTo>
                <a:cubicBezTo>
                  <a:pt x="-78029" y="2386584"/>
                  <a:pt x="234086" y="1909267"/>
                  <a:pt x="390144" y="1392174"/>
                </a:cubicBezTo>
                <a:close/>
              </a:path>
            </a:pathLst>
          </a:custGeom>
          <a:solidFill>
            <a:schemeClr val="accent2">
              <a:alpha val="40000"/>
            </a:schemeClr>
          </a:solidFill>
          <a:ln>
            <a:noFill/>
          </a:ln>
        </p:spPr>
      </p:sp>
      <p:sp>
        <p:nvSpPr>
          <p:cNvPr id="9" name="Decoration 409"/>
          <p:cNvSpPr/>
          <p:nvPr userDrawn="1"/>
        </p:nvSpPr>
        <p:spPr>
          <a:xfrm>
            <a:off x="-975360" y="4800600"/>
            <a:ext cx="2926080" cy="2743200"/>
          </a:xfrm>
          <a:custGeom>
            <a:avLst/>
            <a:gdLst/>
            <a:ahLst/>
            <a:cxnLst/>
            <a:rect l="0" t="0" r="r" b="b"/>
            <a:pathLst>
              <a:path w="2926080" h="2743200">
                <a:moveTo>
                  <a:pt x="292608" y="960120"/>
                </a:moveTo>
                <a:cubicBezTo>
                  <a:pt x="438912" y="137160"/>
                  <a:pt x="1609344" y="-137160"/>
                  <a:pt x="2194560" y="329184"/>
                </a:cubicBezTo>
                <a:cubicBezTo>
                  <a:pt x="2867558" y="822960"/>
                  <a:pt x="2984602" y="1920240"/>
                  <a:pt x="2340864" y="2414016"/>
                </a:cubicBezTo>
                <a:cubicBezTo>
                  <a:pt x="1755648" y="2852928"/>
                  <a:pt x="585216" y="2688336"/>
                  <a:pt x="234086" y="2057400"/>
                </a:cubicBezTo>
                <a:cubicBezTo>
                  <a:pt x="-58522" y="1645920"/>
                  <a:pt x="175565" y="1316736"/>
                  <a:pt x="292608" y="960120"/>
                </a:cubicBezTo>
                <a:close/>
              </a:path>
            </a:pathLst>
          </a:custGeom>
          <a:solidFill>
            <a:schemeClr val="accent3">
              <a:alpha val="3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1371600"/>
            <a:ext cx="6827520" cy="2606040"/>
          </a:xfrm>
        </p:spPr>
        <p:txBody>
          <a:bodyPr anchor="b"/>
          <a:lstStyle>
            <a:lvl1pPr algn="l">
              <a:defRPr sz="54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360" y="4183380"/>
            <a:ext cx="6096000" cy="123444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DA30B-8D52-4BC1-A3E5-C8B8D255A840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89A79-661D-4BE7-8F03-B7199F76841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DA30B-8D52-4BC1-A3E5-C8B8D255A840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89A79-661D-4BE7-8F03-B7199F76841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410"/>
          <p:cNvSpPr/>
          <p:nvPr userDrawn="1"/>
        </p:nvSpPr>
        <p:spPr>
          <a:xfrm>
            <a:off x="8534400" y="822960"/>
            <a:ext cx="4389120" cy="4800600"/>
          </a:xfrm>
          <a:custGeom>
            <a:avLst/>
            <a:gdLst/>
            <a:ahLst/>
            <a:cxnLst/>
            <a:rect l="0" t="0" r="r" b="b"/>
            <a:pathLst>
              <a:path w="4389120" h="4800600">
                <a:moveTo>
                  <a:pt x="438912" y="1680210"/>
                </a:moveTo>
                <a:cubicBezTo>
                  <a:pt x="658368" y="240030"/>
                  <a:pt x="2414016" y="-240030"/>
                  <a:pt x="3291840" y="576072"/>
                </a:cubicBezTo>
                <a:cubicBezTo>
                  <a:pt x="4301338" y="1440180"/>
                  <a:pt x="4476902" y="3360420"/>
                  <a:pt x="3511296" y="4224528"/>
                </a:cubicBezTo>
                <a:cubicBezTo>
                  <a:pt x="2633472" y="4992624"/>
                  <a:pt x="877824" y="4704588"/>
                  <a:pt x="351130" y="3600450"/>
                </a:cubicBezTo>
                <a:cubicBezTo>
                  <a:pt x="-87782" y="2880360"/>
                  <a:pt x="263347" y="2304288"/>
                  <a:pt x="438912" y="1680210"/>
                </a:cubicBezTo>
                <a:close/>
              </a:path>
            </a:pathLst>
          </a:custGeom>
          <a:solidFill>
            <a:schemeClr val="accent2">
              <a:alpha val="25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DA30B-8D52-4BC1-A3E5-C8B8D255A840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89A79-661D-4BE7-8F03-B7199F76841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DA30B-8D52-4BC1-A3E5-C8B8D255A840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89A79-661D-4BE7-8F03-B7199F76841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DA30B-8D52-4BC1-A3E5-C8B8D255A840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89A79-661D-4BE7-8F03-B7199F76841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DA30B-8D52-4BC1-A3E5-C8B8D255A840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89A79-661D-4BE7-8F03-B7199F76841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DA30B-8D52-4BC1-A3E5-C8B8D255A840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89A79-661D-4BE7-8F03-B7199F76841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DA30B-8D52-4BC1-A3E5-C8B8D255A840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89A79-661D-4BE7-8F03-B7199F76841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DA30B-8D52-4BC1-A3E5-C8B8D255A840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89A79-661D-4BE7-8F03-B7199F76841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DA30B-8D52-4BC1-A3E5-C8B8D255A840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89A79-661D-4BE7-8F03-B7199F76841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DA30B-8D52-4BC1-A3E5-C8B8D255A840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89A79-661D-4BE7-8F03-B7199F76841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Canva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411"/>
          <p:cNvSpPr/>
          <p:nvPr userDrawn="1"/>
        </p:nvSpPr>
        <p:spPr>
          <a:xfrm>
            <a:off x="-731520" y="-822960"/>
            <a:ext cx="2438400" cy="2057400"/>
          </a:xfrm>
          <a:custGeom>
            <a:avLst/>
            <a:gdLst/>
            <a:ahLst/>
            <a:cxnLst/>
            <a:rect l="0" t="0" r="r" b="b"/>
            <a:pathLst>
              <a:path w="2438400" h="2057400">
                <a:moveTo>
                  <a:pt x="243840" y="720090"/>
                </a:moveTo>
                <a:cubicBezTo>
                  <a:pt x="365760" y="102870"/>
                  <a:pt x="1341120" y="-102870"/>
                  <a:pt x="1828800" y="246888"/>
                </a:cubicBezTo>
                <a:cubicBezTo>
                  <a:pt x="2389632" y="617220"/>
                  <a:pt x="2487168" y="1440180"/>
                  <a:pt x="1950720" y="1810512"/>
                </a:cubicBezTo>
                <a:cubicBezTo>
                  <a:pt x="1463040" y="2139696"/>
                  <a:pt x="487680" y="2016252"/>
                  <a:pt x="195072" y="1543050"/>
                </a:cubicBezTo>
                <a:cubicBezTo>
                  <a:pt x="-48768" y="1234440"/>
                  <a:pt x="146304" y="987552"/>
                  <a:pt x="243840" y="720090"/>
                </a:cubicBezTo>
                <a:close/>
              </a:path>
            </a:pathLst>
          </a:custGeom>
          <a:solidFill>
            <a:schemeClr val="accent1">
              <a:alpha val="22000"/>
            </a:schemeClr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0A9DA30B-8D52-4BC1-A3E5-C8B8D255A840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B189A79-661D-4BE7-8F03-B7199F76841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anvas">
  <a:themeElements>
    <a:clrScheme name="Canvas Clay">
      <a:dk1>
        <a:srgbClr val="2E241F"/>
      </a:dk1>
      <a:lt1>
        <a:srgbClr val="FFFAF5"/>
      </a:lt1>
      <a:dk2>
        <a:srgbClr val="6A5A50"/>
      </a:dk2>
      <a:lt2>
        <a:srgbClr val="F4E8DC"/>
      </a:lt2>
      <a:accent1>
        <a:srgbClr val="C2603A"/>
      </a:accent1>
      <a:accent2>
        <a:srgbClr val="E8B04A"/>
      </a:accent2>
      <a:accent3>
        <a:srgbClr val="4F8A7A"/>
      </a:accent3>
      <a:accent4>
        <a:srgbClr val="6A6AA8"/>
      </a:accent4>
      <a:accent5>
        <a:srgbClr val="B85A7A"/>
      </a:accent5>
      <a:accent6>
        <a:srgbClr val="8A7A60"/>
      </a:accent6>
      <a:hlink>
        <a:srgbClr val="4F6AA8"/>
      </a:hlink>
      <a:folHlink>
        <a:srgbClr val="B85A7A"/>
      </a:folHlink>
    </a:clrScheme>
    <a:fontScheme name="Raleway-Georgia">
      <a:majorFont>
        <a:latin typeface="Raleway"/>
        <a:ea typeface=""/>
        <a:cs typeface=""/>
      </a:majorFont>
      <a:minorFont>
        <a:latin typeface="Georgia"/>
        <a:ea typeface=""/>
        <a:cs typeface=""/>
      </a:minorFont>
    </a:fontScheme>
    <a:fmtScheme name="Soft Shadow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