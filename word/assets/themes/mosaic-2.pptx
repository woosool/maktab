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15"/>
          <p:cNvSpPr/>
          <p:nvPr userDrawn="1"/>
        </p:nvSpPr>
        <p:spPr>
          <a:xfrm>
            <a:off x="7559040" y="822960"/>
            <a:ext cx="1219200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16"/>
          <p:cNvSpPr/>
          <p:nvPr userDrawn="1"/>
        </p:nvSpPr>
        <p:spPr>
          <a:xfrm>
            <a:off x="9022080" y="822960"/>
            <a:ext cx="1219200" cy="121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317"/>
          <p:cNvSpPr/>
          <p:nvPr userDrawn="1"/>
        </p:nvSpPr>
        <p:spPr>
          <a:xfrm>
            <a:off x="10485120" y="822960"/>
            <a:ext cx="1219200" cy="12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0" name="Decoration 318"/>
          <p:cNvSpPr/>
          <p:nvPr userDrawn="1"/>
        </p:nvSpPr>
        <p:spPr>
          <a:xfrm>
            <a:off x="7559040" y="2286000"/>
            <a:ext cx="1219200" cy="1219200"/>
          </a:xfrm>
          <a:prstGeom prst="rect">
            <a:avLst/>
          </a:prstGeom>
          <a:solidFill>
            <a:schemeClr val="accent4">
              <a:alpha val="55000"/>
            </a:schemeClr>
          </a:solidFill>
          <a:ln>
            <a:noFill/>
          </a:ln>
        </p:spPr>
      </p:sp>
      <p:sp>
        <p:nvSpPr>
          <p:cNvPr id="11" name="Decoration 319"/>
          <p:cNvSpPr/>
          <p:nvPr userDrawn="1"/>
        </p:nvSpPr>
        <p:spPr>
          <a:xfrm>
            <a:off x="9022080" y="2286000"/>
            <a:ext cx="1219200" cy="1219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Decoration 320"/>
          <p:cNvSpPr/>
          <p:nvPr userDrawn="1"/>
        </p:nvSpPr>
        <p:spPr>
          <a:xfrm>
            <a:off x="10485120" y="2286000"/>
            <a:ext cx="1219200" cy="1219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3" name="Decoration 321"/>
          <p:cNvSpPr/>
          <p:nvPr userDrawn="1"/>
        </p:nvSpPr>
        <p:spPr>
          <a:xfrm>
            <a:off x="7559040" y="3749040"/>
            <a:ext cx="1219200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Decoration 322"/>
          <p:cNvSpPr/>
          <p:nvPr userDrawn="1"/>
        </p:nvSpPr>
        <p:spPr>
          <a:xfrm>
            <a:off x="9022080" y="3749040"/>
            <a:ext cx="1219200" cy="121920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</p:sp>
      <p:sp>
        <p:nvSpPr>
          <p:cNvPr id="15" name="Decoration 323"/>
          <p:cNvSpPr/>
          <p:nvPr userDrawn="1"/>
        </p:nvSpPr>
        <p:spPr>
          <a:xfrm>
            <a:off x="10485120" y="3749040"/>
            <a:ext cx="1219200" cy="12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33984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sa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24"/>
          <p:cNvSpPr/>
          <p:nvPr userDrawn="1"/>
        </p:nvSpPr>
        <p:spPr>
          <a:xfrm>
            <a:off x="8412480" y="34290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25"/>
          <p:cNvSpPr/>
          <p:nvPr userDrawn="1"/>
        </p:nvSpPr>
        <p:spPr>
          <a:xfrm>
            <a:off x="8875776" y="342900"/>
            <a:ext cx="365760" cy="36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326"/>
          <p:cNvSpPr/>
          <p:nvPr userDrawn="1"/>
        </p:nvSpPr>
        <p:spPr>
          <a:xfrm>
            <a:off x="9339072" y="34290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0" name="Decoration 327"/>
          <p:cNvSpPr/>
          <p:nvPr userDrawn="1"/>
        </p:nvSpPr>
        <p:spPr>
          <a:xfrm>
            <a:off x="9802368" y="34290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1" name="Decoration 328"/>
          <p:cNvSpPr/>
          <p:nvPr userDrawn="1"/>
        </p:nvSpPr>
        <p:spPr>
          <a:xfrm>
            <a:off x="10265664" y="34290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Decoration 329"/>
          <p:cNvSpPr/>
          <p:nvPr userDrawn="1"/>
        </p:nvSpPr>
        <p:spPr>
          <a:xfrm>
            <a:off x="10728960" y="34290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6A5BD9F-E18B-4678-B438-04F2DAA63D4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176AD93-7C0F-4D0F-97A0-EBC1EE6F5B7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saic">
  <a:themeElements>
    <a:clrScheme name="Mosaic Earth">
      <a:dk1>
        <a:srgbClr val="2B2620"/>
      </a:dk1>
      <a:lt1>
        <a:srgbClr val="FDFBF7"/>
      </a:lt1>
      <a:dk2>
        <a:srgbClr val="6A6155"/>
      </a:dk2>
      <a:lt2>
        <a:srgbClr val="F0EBE2"/>
      </a:lt2>
      <a:accent1>
        <a:srgbClr val="A3492F"/>
      </a:accent1>
      <a:accent2>
        <a:srgbClr val="C98C2E"/>
      </a:accent2>
      <a:accent3>
        <a:srgbClr val="8A9A3A"/>
      </a:accent3>
      <a:accent4>
        <a:srgbClr val="3F7A6A"/>
      </a:accent4>
      <a:accent5>
        <a:srgbClr val="3F5F8A"/>
      </a:accent5>
      <a:accent6>
        <a:srgbClr val="7A4F6A"/>
      </a:accent6>
      <a:hlink>
        <a:srgbClr val="3F5F8A"/>
      </a:hlink>
      <a:folHlink>
        <a:srgbClr val="7A4F6A"/>
      </a:folHlink>
    </a:clrScheme>
    <a:fontScheme name="Verdana-Tahoma">
      <a:majorFont>
        <a:latin typeface="Verdana"/>
        <a:ea typeface=""/>
        <a:cs typeface=""/>
      </a:majorFont>
      <a:minorFont>
        <a:latin typeface="Tahom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