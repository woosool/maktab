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82"/>
          <p:cNvSpPr/>
          <p:nvPr userDrawn="1"/>
        </p:nvSpPr>
        <p:spPr>
          <a:xfrm>
            <a:off x="0" y="0"/>
            <a:ext cx="1219200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83"/>
          <p:cNvSpPr/>
          <p:nvPr userDrawn="1"/>
        </p:nvSpPr>
        <p:spPr>
          <a:xfrm>
            <a:off x="0" y="1645920"/>
            <a:ext cx="12192000" cy="822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384"/>
          <p:cNvSpPr/>
          <p:nvPr userDrawn="1"/>
        </p:nvSpPr>
        <p:spPr>
          <a:xfrm>
            <a:off x="0" y="6515100"/>
            <a:ext cx="121920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2057400"/>
            <a:ext cx="9753600" cy="205740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4320540"/>
            <a:ext cx="9753600" cy="109728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resco">
    <p:bg>
      <p:bgPr>
        <a:pattFill prst="pct5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385"/>
          <p:cNvSpPr/>
          <p:nvPr userDrawn="1"/>
        </p:nvSpPr>
        <p:spPr>
          <a:xfrm>
            <a:off x="0" y="0"/>
            <a:ext cx="12192000" cy="3771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386"/>
          <p:cNvSpPr/>
          <p:nvPr userDrawn="1"/>
        </p:nvSpPr>
        <p:spPr>
          <a:xfrm>
            <a:off x="0" y="377190"/>
            <a:ext cx="1219200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6EB8EFF-6AB9-4D08-9ADB-C8BB45D27F2F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5624A45-1753-40C8-9586-1F673432FBF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resco">
  <a:themeElements>
    <a:clrScheme name="Fresco Terra">
      <a:dk1>
        <a:srgbClr val="30211B"/>
      </a:dk1>
      <a:lt1>
        <a:srgbClr val="FCF3EA"/>
      </a:lt1>
      <a:dk2>
        <a:srgbClr val="725445"/>
      </a:dk2>
      <a:lt2>
        <a:srgbClr val="EFD9C6"/>
      </a:lt2>
      <a:accent1>
        <a:srgbClr val="B3502A"/>
      </a:accent1>
      <a:accent2>
        <a:srgbClr val="3F6F6A"/>
      </a:accent2>
      <a:accent3>
        <a:srgbClr val="D8A344"/>
      </a:accent3>
      <a:accent4>
        <a:srgbClr val="7A5A8A"/>
      </a:accent4>
      <a:accent5>
        <a:srgbClr val="5F7F3F"/>
      </a:accent5>
      <a:accent6>
        <a:srgbClr val="A08068"/>
      </a:accent6>
      <a:hlink>
        <a:srgbClr val="3F6F6A"/>
      </a:hlink>
      <a:folHlink>
        <a:srgbClr val="7A5A8A"/>
      </a:folHlink>
    </a:clrScheme>
    <a:fontScheme name="Georgia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