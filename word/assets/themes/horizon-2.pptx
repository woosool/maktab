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1">
          <a:gsLst>
            <a:gs pos="0">
              <a:schemeClr val="accent1">
                <a:lumMod val="60000"/>
                <a:lumOff val="40000"/>
              </a:schemeClr>
            </a:gs>
            <a:gs pos="6200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23"/>
          <p:cNvSpPr/>
          <p:nvPr userDrawn="1"/>
        </p:nvSpPr>
        <p:spPr>
          <a:xfrm>
            <a:off x="0" y="4251960"/>
            <a:ext cx="121920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424"/>
          <p:cNvSpPr/>
          <p:nvPr userDrawn="1"/>
        </p:nvSpPr>
        <p:spPr>
          <a:xfrm>
            <a:off x="0" y="4251960"/>
            <a:ext cx="12192000" cy="2606040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orizon">
    <p:bg>
      <p:bgPr>
        <a:gradFill rotWithShape="1">
          <a:gsLst>
            <a:gs pos="0">
              <a:schemeClr val="bg2"/>
            </a:gs>
            <a:gs pos="70000">
              <a:schemeClr val="bg1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25"/>
          <p:cNvSpPr/>
          <p:nvPr userDrawn="1"/>
        </p:nvSpPr>
        <p:spPr>
          <a:xfrm>
            <a:off x="0" y="6206490"/>
            <a:ext cx="12192000" cy="1905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CD087A6-03D7-4876-83A6-9907F0B3E04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0970D75-78CB-4ADC-9DA8-DF7932D0960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orizon">
  <a:themeElements>
    <a:clrScheme name="Horizon Desert">
      <a:dk1>
        <a:srgbClr val="33261A"/>
      </a:dk1>
      <a:lt1>
        <a:srgbClr val="FFFAF2"/>
      </a:lt1>
      <a:dk2>
        <a:srgbClr val="735E48"/>
      </a:dk2>
      <a:lt2>
        <a:srgbClr val="F7E6CC"/>
      </a:lt2>
      <a:accent1>
        <a:srgbClr val="C2692A"/>
      </a:accent1>
      <a:accent2>
        <a:srgbClr val="D9A03A"/>
      </a:accent2>
      <a:accent3>
        <a:srgbClr val="5A8A9A"/>
      </a:accent3>
      <a:accent4>
        <a:srgbClr val="9A4A3A"/>
      </a:accent4>
      <a:accent5>
        <a:srgbClr val="6A7A4A"/>
      </a:accent5>
      <a:accent6>
        <a:srgbClr val="8A7A6A"/>
      </a:accent6>
      <a:hlink>
        <a:srgbClr val="3A7A9A"/>
      </a:hlink>
      <a:folHlink>
        <a:srgbClr val="7A5A8A"/>
      </a:folHlink>
    </a:clrScheme>
    <a:fontScheme name="Trebuchet MS-Verdana">
      <a:majorFont>
        <a:latin typeface="Trebuchet MS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