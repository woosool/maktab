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9"/>
          <p:cNvSpPr/>
          <p:nvPr userDrawn="1"/>
        </p:nvSpPr>
        <p:spPr>
          <a:xfrm>
            <a:off x="853440" y="2057400"/>
            <a:ext cx="97536" cy="2331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70"/>
          <p:cNvSpPr/>
          <p:nvPr userDrawn="1"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783080"/>
            <a:ext cx="9753600" cy="178308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703320"/>
            <a:ext cx="9753600" cy="96012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71"/>
          <p:cNvSpPr/>
          <p:nvPr userDrawn="1"/>
        </p:nvSpPr>
        <p:spPr>
          <a:xfrm>
            <a:off x="853440" y="2468880"/>
            <a:ext cx="97536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645920"/>
            <a:ext cx="9753600" cy="288036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4663440"/>
            <a:ext cx="975360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72"/>
          <p:cNvSpPr/>
          <p:nvPr userDrawn="1"/>
        </p:nvSpPr>
        <p:spPr>
          <a:xfrm>
            <a:off x="914400" y="1673352"/>
            <a:ext cx="85344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FB2A609-73D5-4556-BBC8-3A9EFB5FC38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C90B523-6041-4272-B0BD-4FE147408B1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ate">
  <a:themeElements>
    <a:clrScheme name="Slate Light">
      <a:dk1>
        <a:srgbClr val="22262A"/>
      </a:dk1>
      <a:lt1>
        <a:srgbClr val="FFFFFF"/>
      </a:lt1>
      <a:dk2>
        <a:srgbClr val="565D64"/>
      </a:dk2>
      <a:lt2>
        <a:srgbClr val="E9ECEF"/>
      </a:lt2>
      <a:accent1>
        <a:srgbClr val="2F7F99"/>
      </a:accent1>
      <a:accent2>
        <a:srgbClr val="D9921F"/>
      </a:accent2>
      <a:accent3>
        <a:srgbClr val="C44536"/>
      </a:accent3>
      <a:accent4>
        <a:srgbClr val="3F8A4F"/>
      </a:accent4>
      <a:accent5>
        <a:srgbClr val="6F5FB0"/>
      </a:accent5>
      <a:accent6>
        <a:srgbClr val="7A848E"/>
      </a:accent6>
      <a:hlink>
        <a:srgbClr val="2F7F99"/>
      </a:hlink>
      <a:folHlink>
        <a:srgbClr val="6F5FB0"/>
      </a:folHlink>
    </a:clrScheme>
    <a:fontScheme name="Helvetica-Arial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