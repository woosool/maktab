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94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3352800" y="0"/>
                </a:moveTo>
                <a:lnTo>
                  <a:pt x="4572000" y="0"/>
                </a:lnTo>
                <a:lnTo>
                  <a:pt x="2743200" y="6858000"/>
                </a:lnTo>
                <a:lnTo>
                  <a:pt x="152400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195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4572000" y="0"/>
                </a:moveTo>
                <a:lnTo>
                  <a:pt x="5486400" y="0"/>
                </a:lnTo>
                <a:lnTo>
                  <a:pt x="3657600" y="6858000"/>
                </a:lnTo>
                <a:lnTo>
                  <a:pt x="274320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Decoration 196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5486400" y="0"/>
                </a:moveTo>
                <a:lnTo>
                  <a:pt x="6096000" y="0"/>
                </a:lnTo>
                <a:lnTo>
                  <a:pt x="6096000" y="1714500"/>
                </a:lnTo>
                <a:lnTo>
                  <a:pt x="4572000" y="6858000"/>
                </a:lnTo>
                <a:lnTo>
                  <a:pt x="3657600" y="6858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70560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97"/>
          <p:cNvSpPr/>
          <p:nvPr userDrawn="1"/>
        </p:nvSpPr>
        <p:spPr>
          <a:xfrm>
            <a:off x="10485120" y="1371600"/>
            <a:ext cx="1706880" cy="3429000"/>
          </a:xfrm>
          <a:custGeom>
            <a:avLst/>
            <a:gdLst/>
            <a:ahLst/>
            <a:cxnLst/>
            <a:rect l="0" t="0" r="r" b="b"/>
            <a:pathLst>
              <a:path w="1706880" h="3429000">
                <a:moveTo>
                  <a:pt x="512064" y="0"/>
                </a:moveTo>
                <a:lnTo>
                  <a:pt x="1706880" y="0"/>
                </a:lnTo>
                <a:lnTo>
                  <a:pt x="1194816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ris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98"/>
          <p:cNvSpPr/>
          <p:nvPr userDrawn="1"/>
        </p:nvSpPr>
        <p:spPr>
          <a:xfrm>
            <a:off x="0" y="6569964"/>
            <a:ext cx="4876800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99"/>
          <p:cNvSpPr/>
          <p:nvPr userDrawn="1"/>
        </p:nvSpPr>
        <p:spPr>
          <a:xfrm>
            <a:off x="4876800" y="6569964"/>
            <a:ext cx="3657600" cy="2880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200"/>
          <p:cNvSpPr/>
          <p:nvPr userDrawn="1"/>
        </p:nvSpPr>
        <p:spPr>
          <a:xfrm>
            <a:off x="8534400" y="6569964"/>
            <a:ext cx="3657600" cy="2880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72AE11-75AD-444C-8304-EB24B1C1DEC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8E12B81-8175-4AA9-9EC7-4C6D121F9D4C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ism">
  <a:themeElements>
    <a:clrScheme name="Prism Neon">
      <a:dk1>
        <a:srgbClr val="120F1E"/>
      </a:dk1>
      <a:lt1>
        <a:srgbClr val="F3F0FF"/>
      </a:lt1>
      <a:dk2>
        <a:srgbClr val="221C38"/>
      </a:dk2>
      <a:lt2>
        <a:srgbClr val="B2A8D6"/>
      </a:lt2>
      <a:accent1>
        <a:srgbClr val="8F6BFF"/>
      </a:accent1>
      <a:accent2>
        <a:srgbClr val="FF5C8A"/>
      </a:accent2>
      <a:accent3>
        <a:srgbClr val="FFD166"/>
      </a:accent3>
      <a:accent4>
        <a:srgbClr val="2EE6C9"/>
      </a:accent4>
      <a:accent5>
        <a:srgbClr val="4CC9FF"/>
      </a:accent5>
      <a:accent6>
        <a:srgbClr val="C2B8E8"/>
      </a:accent6>
      <a:hlink>
        <a:srgbClr val="7FD6FF"/>
      </a:hlink>
      <a:folHlink>
        <a:srgbClr val="C6B2FF"/>
      </a:folHlink>
    </a:clrScheme>
    <a:fontScheme name="Raleway-Verdana">
      <a:majorFont>
        <a:latin typeface="Raleway"/>
        <a:ea typeface=""/>
        <a:cs typeface=""/>
      </a:majorFont>
      <a:minorFont>
        <a:latin typeface="Verdana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