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16"/>
          <p:cNvSpPr/>
          <p:nvPr userDrawn="1"/>
        </p:nvSpPr>
        <p:spPr>
          <a:xfrm>
            <a:off x="0" y="2057400"/>
            <a:ext cx="12192000" cy="2606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217"/>
          <p:cNvSpPr/>
          <p:nvPr userDrawn="1"/>
        </p:nvSpPr>
        <p:spPr>
          <a:xfrm>
            <a:off x="0" y="4663440"/>
            <a:ext cx="12192000" cy="822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2194560"/>
            <a:ext cx="10241280" cy="2331720"/>
          </a:xfrm>
        </p:spPr>
        <p:txBody>
          <a:bodyPr anchor="ctr"/>
          <a:lstStyle>
            <a:lvl1pPr algn="l">
              <a:defRPr sz="5000">
                <a:solidFill>
                  <a:schemeClr val="lt1"/>
                </a:solidFill>
              </a:defRPr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937760"/>
            <a:ext cx="10241280" cy="109728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56D9-69B0-4AC5-8007-8BA4822AF90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D0C56-B5BD-40C4-999C-31660727199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56D9-69B0-4AC5-8007-8BA4822AF90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D0C56-B5BD-40C4-999C-31660727199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18"/>
          <p:cNvSpPr/>
          <p:nvPr userDrawn="1"/>
        </p:nvSpPr>
        <p:spPr>
          <a:xfrm>
            <a:off x="0" y="4251960"/>
            <a:ext cx="121920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56D9-69B0-4AC5-8007-8BA4822AF90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D0C56-B5BD-40C4-999C-31660727199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56D9-69B0-4AC5-8007-8BA4822AF90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D0C56-B5BD-40C4-999C-31660727199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56D9-69B0-4AC5-8007-8BA4822AF902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D0C56-B5BD-40C4-999C-31660727199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56D9-69B0-4AC5-8007-8BA4822AF902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D0C56-B5BD-40C4-999C-31660727199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56D9-69B0-4AC5-8007-8BA4822AF902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D0C56-B5BD-40C4-999C-31660727199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56D9-69B0-4AC5-8007-8BA4822AF90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D0C56-B5BD-40C4-999C-31660727199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56D9-69B0-4AC5-8007-8BA4822AF90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D0C56-B5BD-40C4-999C-31660727199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56D9-69B0-4AC5-8007-8BA4822AF90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D0C56-B5BD-40C4-999C-31660727199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A56D9-69B0-4AC5-8007-8BA4822AF90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D0C56-B5BD-40C4-999C-31660727199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Harb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19"/>
          <p:cNvSpPr/>
          <p:nvPr userDrawn="1"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220"/>
          <p:cNvSpPr/>
          <p:nvPr userDrawn="1"/>
        </p:nvSpPr>
        <p:spPr>
          <a:xfrm>
            <a:off x="838200" y="1796796"/>
            <a:ext cx="12192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BAA56D9-69B0-4AC5-8007-8BA4822AF90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9FD0C56-B5BD-40C4-999C-316607271998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rbor">
  <a:themeElements>
    <a:clrScheme name="Harbor Lights">
      <a:dk1>
        <a:srgbClr val="0F1A26"/>
      </a:dk1>
      <a:lt1>
        <a:srgbClr val="EEF3F8"/>
      </a:lt1>
      <a:dk2>
        <a:srgbClr val="1A2B3D"/>
      </a:dk2>
      <a:lt2>
        <a:srgbClr val="A5B6C8"/>
      </a:lt2>
      <a:accent1>
        <a:srgbClr val="F0A85A"/>
      </a:accent1>
      <a:accent2>
        <a:srgbClr val="5FB3D6"/>
      </a:accent2>
      <a:accent3>
        <a:srgbClr val="7FD1A8"/>
      </a:accent3>
      <a:accent4>
        <a:srgbClr val="E98A8A"/>
      </a:accent4>
      <a:accent5>
        <a:srgbClr val="B4A6E8"/>
      </a:accent5>
      <a:accent6>
        <a:srgbClr val="C8C8A0"/>
      </a:accent6>
      <a:hlink>
        <a:srgbClr val="8CCAF0"/>
      </a:hlink>
      <a:folHlink>
        <a:srgbClr val="C8B8F5"/>
      </a:folHlink>
    </a:clrScheme>
    <a:fontScheme name="Georgia-Verdana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