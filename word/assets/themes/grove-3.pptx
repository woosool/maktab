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262"/>
          <p:cNvSpPr/>
          <p:nvPr userDrawn="1"/>
        </p:nvSpPr>
        <p:spPr>
          <a:xfrm rot="-2100000">
            <a:off x="8046720" y="3429000"/>
            <a:ext cx="3657600" cy="2011680"/>
          </a:xfrm>
          <a:custGeom>
            <a:avLst/>
            <a:gdLst/>
            <a:ahLst/>
            <a:cxnLst/>
            <a:rect l="0" t="0" r="r" b="b"/>
            <a:pathLst>
              <a:path w="3657600" h="2011680">
                <a:moveTo>
                  <a:pt x="0" y="1005840"/>
                </a:moveTo>
                <a:cubicBezTo>
                  <a:pt x="1097280" y="-201168"/>
                  <a:pt x="2560320" y="-201168"/>
                  <a:pt x="3657600" y="1005840"/>
                </a:cubicBezTo>
                <a:cubicBezTo>
                  <a:pt x="2560320" y="2212848"/>
                  <a:pt x="1097280" y="2212848"/>
                  <a:pt x="0" y="1005840"/>
                </a:cubicBez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</p:sp>
      <p:sp>
        <p:nvSpPr>
          <p:cNvPr id="8" name="Decoration 263"/>
          <p:cNvSpPr/>
          <p:nvPr userDrawn="1"/>
        </p:nvSpPr>
        <p:spPr>
          <a:xfrm rot="-4200000">
            <a:off x="9509760" y="2057400"/>
            <a:ext cx="2682240" cy="1475232"/>
          </a:xfrm>
          <a:custGeom>
            <a:avLst/>
            <a:gdLst/>
            <a:ahLst/>
            <a:cxnLst/>
            <a:rect l="0" t="0" r="r" b="b"/>
            <a:pathLst>
              <a:path w="2682240" h="1475232">
                <a:moveTo>
                  <a:pt x="0" y="737616"/>
                </a:moveTo>
                <a:cubicBezTo>
                  <a:pt x="804672" y="-147523"/>
                  <a:pt x="1877568" y="-147523"/>
                  <a:pt x="2682240" y="737616"/>
                </a:cubicBezTo>
                <a:cubicBezTo>
                  <a:pt x="1877568" y="1622755"/>
                  <a:pt x="804672" y="1622755"/>
                  <a:pt x="0" y="737616"/>
                </a:cubicBezTo>
                <a:close/>
              </a:path>
            </a:pathLst>
          </a:custGeom>
          <a:solidFill>
            <a:schemeClr val="accent2">
              <a:alpha val="65000"/>
            </a:schemeClr>
          </a:solidFill>
          <a:ln>
            <a:noFill/>
          </a:ln>
        </p:spPr>
      </p:sp>
      <p:sp>
        <p:nvSpPr>
          <p:cNvPr id="9" name="Decoration 264"/>
          <p:cNvSpPr/>
          <p:nvPr userDrawn="1"/>
        </p:nvSpPr>
        <p:spPr>
          <a:xfrm>
            <a:off x="7315200" y="4937760"/>
            <a:ext cx="2438400" cy="1341120"/>
          </a:xfrm>
          <a:custGeom>
            <a:avLst/>
            <a:gdLst/>
            <a:ahLst/>
            <a:cxnLst/>
            <a:rect l="0" t="0" r="r" b="b"/>
            <a:pathLst>
              <a:path w="2438400" h="1341120">
                <a:moveTo>
                  <a:pt x="0" y="670560"/>
                </a:moveTo>
                <a:cubicBezTo>
                  <a:pt x="731520" y="-134112"/>
                  <a:pt x="1706880" y="-134112"/>
                  <a:pt x="2438400" y="670560"/>
                </a:cubicBezTo>
                <a:cubicBezTo>
                  <a:pt x="1706880" y="1475232"/>
                  <a:pt x="731520" y="1475232"/>
                  <a:pt x="0" y="670560"/>
                </a:cubicBezTo>
                <a:close/>
              </a:path>
            </a:pathLst>
          </a:custGeom>
          <a:solidFill>
            <a:schemeClr val="accent3">
              <a:alpha val="60000"/>
            </a:schemeClr>
          </a:solidFill>
          <a:ln>
            <a:noFill/>
          </a:ln>
        </p:spPr>
      </p:sp>
      <p:sp>
        <p:nvSpPr>
          <p:cNvPr id="10" name="Decoration 265"/>
          <p:cNvSpPr/>
          <p:nvPr userDrawn="1"/>
        </p:nvSpPr>
        <p:spPr>
          <a:xfrm rot="-6600000">
            <a:off x="10485120" y="4526280"/>
            <a:ext cx="1950720" cy="1072896"/>
          </a:xfrm>
          <a:custGeom>
            <a:avLst/>
            <a:gdLst/>
            <a:ahLst/>
            <a:cxnLst/>
            <a:rect l="0" t="0" r="r" b="b"/>
            <a:pathLst>
              <a:path w="1950720" h="1072896">
                <a:moveTo>
                  <a:pt x="0" y="536448"/>
                </a:moveTo>
                <a:cubicBezTo>
                  <a:pt x="585216" y="-107290"/>
                  <a:pt x="1365504" y="-107290"/>
                  <a:pt x="1950720" y="536448"/>
                </a:cubicBezTo>
                <a:cubicBezTo>
                  <a:pt x="1365504" y="1180186"/>
                  <a:pt x="585216" y="1180186"/>
                  <a:pt x="0" y="536448"/>
                </a:cubicBezTo>
                <a:close/>
              </a:path>
            </a:pathLst>
          </a:custGeom>
          <a:solidFill>
            <a:schemeClr val="accent1">
              <a:alpha val="4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5360" y="1097280"/>
            <a:ext cx="7315200" cy="2743200"/>
          </a:xfrm>
        </p:spPr>
        <p:txBody>
          <a:bodyPr anchor="b"/>
          <a:lstStyle>
            <a:lvl1pPr algn="l">
              <a:defRPr sz="54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5360" y="4114800"/>
            <a:ext cx="6096000" cy="123444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0" indent="0" algn="l">
              <a:buNone/>
              <a:defRPr sz="1800">
                <a:solidFill>
                  <a:schemeClr val="tx2"/>
                </a:solidFill>
              </a:defRPr>
            </a:lvl2pPr>
            <a:lvl3pPr marL="0" indent="0" algn="l">
              <a:buNone/>
              <a:defRPr sz="1600">
                <a:solidFill>
                  <a:schemeClr val="tx2"/>
                </a:solidFill>
              </a:defRPr>
            </a:lvl3pPr>
            <a:lvl4pPr marL="0" indent="0" algn="l">
              <a:buNone/>
              <a:defRPr sz="1400">
                <a:solidFill>
                  <a:schemeClr val="tx2"/>
                </a:solidFill>
              </a:defRPr>
            </a:lvl4pPr>
            <a:lvl5pPr marL="0" indent="0" algn="l">
              <a:buNone/>
              <a:defRPr sz="1400">
                <a:solidFill>
                  <a:schemeClr val="tx2"/>
                </a:solidFill>
              </a:defRPr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393F0-B664-450F-9845-F1A298ADC885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45C8C-12CF-4E90-B583-597929FCBF4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393F0-B664-450F-9845-F1A298ADC885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45C8C-12CF-4E90-B583-597929FCBF4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098" y="1714500"/>
            <a:ext cx="10477804" cy="286047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098" y="4601718"/>
            <a:ext cx="10477804" cy="150464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393F0-B664-450F-9845-F1A298ADC885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45C8C-12CF-4E90-B583-597929FCBF4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393F0-B664-450F-9845-F1A298ADC885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45C8C-12CF-4E90-B583-597929FCBF4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393F0-B664-450F-9845-F1A298ADC885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45C8C-12CF-4E90-B583-597929FCBF4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393F0-B664-450F-9845-F1A298ADC885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45C8C-12CF-4E90-B583-597929FCBF4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393F0-B664-450F-9845-F1A298ADC885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45C8C-12CF-4E90-B583-597929FCBF4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393F0-B664-450F-9845-F1A298ADC885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45C8C-12CF-4E90-B583-597929FCBF4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393F0-B664-450F-9845-F1A298ADC885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45C8C-12CF-4E90-B583-597929FCBF4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393F0-B664-450F-9845-F1A298ADC885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45C8C-12CF-4E90-B583-597929FCBF4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393F0-B664-450F-9845-F1A298ADC885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45C8C-12CF-4E90-B583-597929FCBF4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rov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266"/>
          <p:cNvSpPr/>
          <p:nvPr userDrawn="1"/>
        </p:nvSpPr>
        <p:spPr>
          <a:xfrm rot="-2100000">
            <a:off x="10728960" y="5760720"/>
            <a:ext cx="1463040" cy="804672"/>
          </a:xfrm>
          <a:custGeom>
            <a:avLst/>
            <a:gdLst/>
            <a:ahLst/>
            <a:cxnLst/>
            <a:rect l="0" t="0" r="r" b="b"/>
            <a:pathLst>
              <a:path w="1463040" h="804672">
                <a:moveTo>
                  <a:pt x="0" y="402336"/>
                </a:moveTo>
                <a:cubicBezTo>
                  <a:pt x="438912" y="-80467"/>
                  <a:pt x="1024128" y="-80467"/>
                  <a:pt x="1463040" y="402336"/>
                </a:cubicBezTo>
                <a:cubicBezTo>
                  <a:pt x="1024128" y="885139"/>
                  <a:pt x="438912" y="885139"/>
                  <a:pt x="0" y="402336"/>
                </a:cubicBezTo>
                <a:close/>
              </a:path>
            </a:pathLst>
          </a:custGeom>
          <a:solidFill>
            <a:schemeClr val="accent1">
              <a:alpha val="55000"/>
            </a:schemeClr>
          </a:solidFill>
          <a:ln>
            <a:noFill/>
          </a:ln>
        </p:spPr>
      </p:sp>
      <p:sp>
        <p:nvSpPr>
          <p:cNvPr id="8" name="Decoration 267"/>
          <p:cNvSpPr/>
          <p:nvPr userDrawn="1"/>
        </p:nvSpPr>
        <p:spPr>
          <a:xfrm rot="-4200000">
            <a:off x="11216640" y="5212080"/>
            <a:ext cx="1097280" cy="603504"/>
          </a:xfrm>
          <a:custGeom>
            <a:avLst/>
            <a:gdLst/>
            <a:ahLst/>
            <a:cxnLst/>
            <a:rect l="0" t="0" r="r" b="b"/>
            <a:pathLst>
              <a:path w="1097280" h="603504">
                <a:moveTo>
                  <a:pt x="0" y="301752"/>
                </a:moveTo>
                <a:cubicBezTo>
                  <a:pt x="329184" y="-60350"/>
                  <a:pt x="768096" y="-60350"/>
                  <a:pt x="1097280" y="301752"/>
                </a:cubicBezTo>
                <a:cubicBezTo>
                  <a:pt x="768096" y="663854"/>
                  <a:pt x="329184" y="663854"/>
                  <a:pt x="0" y="301752"/>
                </a:cubicBezTo>
                <a:close/>
              </a:path>
            </a:pathLst>
          </a:custGeom>
          <a:solidFill>
            <a:schemeClr val="accent2">
              <a:alpha val="55000"/>
            </a:schemeClr>
          </a:solidFill>
          <a:ln>
            <a:noFill/>
          </a:ln>
        </p:spPr>
      </p:sp>
      <p:sp>
        <p:nvSpPr>
          <p:cNvPr id="9" name="Decoration 268"/>
          <p:cNvSpPr/>
          <p:nvPr userDrawn="1"/>
        </p:nvSpPr>
        <p:spPr>
          <a:xfrm rot="-300000">
            <a:off x="10119360" y="6172200"/>
            <a:ext cx="975360" cy="536448"/>
          </a:xfrm>
          <a:custGeom>
            <a:avLst/>
            <a:gdLst/>
            <a:ahLst/>
            <a:cxnLst/>
            <a:rect l="0" t="0" r="r" b="b"/>
            <a:pathLst>
              <a:path w="975360" h="536448">
                <a:moveTo>
                  <a:pt x="0" y="268224"/>
                </a:moveTo>
                <a:cubicBezTo>
                  <a:pt x="292608" y="-53645"/>
                  <a:pt x="682752" y="-53645"/>
                  <a:pt x="975360" y="268224"/>
                </a:cubicBezTo>
                <a:cubicBezTo>
                  <a:pt x="682752" y="590093"/>
                  <a:pt x="292608" y="590093"/>
                  <a:pt x="0" y="268224"/>
                </a:cubicBezTo>
                <a:close/>
              </a:path>
            </a:pathLst>
          </a:custGeom>
          <a:solidFill>
            <a:schemeClr val="accent3">
              <a:alpha val="50000"/>
            </a:schemeClr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92393F0-B664-450F-9845-F1A298ADC885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E045C8C-12CF-4E90-B583-597929FCBF4B}" type="slidenum">
              <a:rPr lang="en-US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Georgia"/>
        <a:buChar char="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Georgia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Georgia"/>
        <a:buChar char="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Georgia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Georgia"/>
        <a:buChar char="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Grove">
  <a:themeElements>
    <a:clrScheme name="Grove Night">
      <a:dk1>
        <a:srgbClr val="111A14"/>
      </a:dk1>
      <a:lt1>
        <a:srgbClr val="EDF2EA"/>
      </a:lt1>
      <a:dk2>
        <a:srgbClr val="1D2B21"/>
      </a:dk2>
      <a:lt2>
        <a:srgbClr val="A7BBA5"/>
      </a:lt2>
      <a:accent1>
        <a:srgbClr val="8FD08A"/>
      </a:accent1>
      <a:accent2>
        <a:srgbClr val="D6E07A"/>
      </a:accent2>
      <a:accent3>
        <a:srgbClr val="F0B866"/>
      </a:accent3>
      <a:accent4>
        <a:srgbClr val="8AC0E0"/>
      </a:accent4>
      <a:accent5>
        <a:srgbClr val="D0A0C8"/>
      </a:accent5>
      <a:accent6>
        <a:srgbClr val="B8C0A0"/>
      </a:accent6>
      <a:hlink>
        <a:srgbClr val="A0E0B0"/>
      </a:hlink>
      <a:folHlink>
        <a:srgbClr val="D8B8E0"/>
      </a:folHlink>
    </a:clrScheme>
    <a:fontScheme name="Garamond-Trebuchet MS">
      <a:majorFont>
        <a:latin typeface="Garamond"/>
        <a:ea typeface=""/>
        <a:cs typeface=""/>
      </a:majorFont>
      <a:minorFont>
        <a:latin typeface="Trebuchet MS"/>
        <a:ea typeface=""/>
        <a:cs typeface=""/>
      </a:minorFont>
    </a:fontScheme>
    <a:fmtScheme name="Soft Shadow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3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