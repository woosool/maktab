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55"/>
          <p:cNvSpPr/>
          <p:nvPr userDrawn="1"/>
        </p:nvSpPr>
        <p:spPr>
          <a:xfrm rot="-2100000">
            <a:off x="8046720" y="3429000"/>
            <a:ext cx="3657600" cy="2011680"/>
          </a:xfrm>
          <a:custGeom>
            <a:avLst/>
            <a:gdLst/>
            <a:ahLst/>
            <a:cxnLst/>
            <a:rect l="0" t="0" r="r" b="b"/>
            <a:pathLst>
              <a:path w="3657600" h="2011680">
                <a:moveTo>
                  <a:pt x="0" y="1005840"/>
                </a:moveTo>
                <a:cubicBezTo>
                  <a:pt x="1097280" y="-201168"/>
                  <a:pt x="2560320" y="-201168"/>
                  <a:pt x="3657600" y="1005840"/>
                </a:cubicBezTo>
                <a:cubicBezTo>
                  <a:pt x="2560320" y="2212848"/>
                  <a:pt x="1097280" y="2212848"/>
                  <a:pt x="0" y="100584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8" name="Decoration 256"/>
          <p:cNvSpPr/>
          <p:nvPr userDrawn="1"/>
        </p:nvSpPr>
        <p:spPr>
          <a:xfrm rot="-4200000">
            <a:off x="9509760" y="2057400"/>
            <a:ext cx="2682240" cy="1475232"/>
          </a:xfrm>
          <a:custGeom>
            <a:avLst/>
            <a:gdLst/>
            <a:ahLst/>
            <a:cxnLst/>
            <a:rect l="0" t="0" r="r" b="b"/>
            <a:pathLst>
              <a:path w="2682240" h="1475232">
                <a:moveTo>
                  <a:pt x="0" y="737616"/>
                </a:moveTo>
                <a:cubicBezTo>
                  <a:pt x="804672" y="-147523"/>
                  <a:pt x="1877568" y="-147523"/>
                  <a:pt x="2682240" y="737616"/>
                </a:cubicBezTo>
                <a:cubicBezTo>
                  <a:pt x="1877568" y="1622755"/>
                  <a:pt x="804672" y="1622755"/>
                  <a:pt x="0" y="737616"/>
                </a:cubicBez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</p:sp>
      <p:sp>
        <p:nvSpPr>
          <p:cNvPr id="9" name="Decoration 257"/>
          <p:cNvSpPr/>
          <p:nvPr userDrawn="1"/>
        </p:nvSpPr>
        <p:spPr>
          <a:xfrm>
            <a:off x="7315200" y="4937760"/>
            <a:ext cx="2438400" cy="1341120"/>
          </a:xfrm>
          <a:custGeom>
            <a:avLst/>
            <a:gdLst/>
            <a:ahLst/>
            <a:cxnLst/>
            <a:rect l="0" t="0" r="r" b="b"/>
            <a:pathLst>
              <a:path w="2438400" h="1341120">
                <a:moveTo>
                  <a:pt x="0" y="670560"/>
                </a:moveTo>
                <a:cubicBezTo>
                  <a:pt x="731520" y="-134112"/>
                  <a:pt x="1706880" y="-134112"/>
                  <a:pt x="2438400" y="670560"/>
                </a:cubicBezTo>
                <a:cubicBezTo>
                  <a:pt x="1706880" y="1475232"/>
                  <a:pt x="731520" y="1475232"/>
                  <a:pt x="0" y="670560"/>
                </a:cubicBez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</p:sp>
      <p:sp>
        <p:nvSpPr>
          <p:cNvPr id="10" name="Decoration 258"/>
          <p:cNvSpPr/>
          <p:nvPr userDrawn="1"/>
        </p:nvSpPr>
        <p:spPr>
          <a:xfrm rot="-6600000">
            <a:off x="10485120" y="4526280"/>
            <a:ext cx="1950720" cy="1072896"/>
          </a:xfrm>
          <a:custGeom>
            <a:avLst/>
            <a:gdLst/>
            <a:ahLst/>
            <a:cxnLst/>
            <a:rect l="0" t="0" r="r" b="b"/>
            <a:pathLst>
              <a:path w="1950720" h="1072896">
                <a:moveTo>
                  <a:pt x="0" y="536448"/>
                </a:moveTo>
                <a:cubicBezTo>
                  <a:pt x="585216" y="-107290"/>
                  <a:pt x="1365504" y="-107290"/>
                  <a:pt x="1950720" y="536448"/>
                </a:cubicBezTo>
                <a:cubicBezTo>
                  <a:pt x="1365504" y="1180186"/>
                  <a:pt x="585216" y="1180186"/>
                  <a:pt x="0" y="536448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315200" cy="274320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1480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ro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59"/>
          <p:cNvSpPr/>
          <p:nvPr userDrawn="1"/>
        </p:nvSpPr>
        <p:spPr>
          <a:xfrm rot="-2100000">
            <a:off x="10728960" y="5760720"/>
            <a:ext cx="1463040" cy="804672"/>
          </a:xfrm>
          <a:custGeom>
            <a:avLst/>
            <a:gdLst/>
            <a:ahLst/>
            <a:cxnLst/>
            <a:rect l="0" t="0" r="r" b="b"/>
            <a:pathLst>
              <a:path w="1463040" h="804672">
                <a:moveTo>
                  <a:pt x="0" y="402336"/>
                </a:moveTo>
                <a:cubicBezTo>
                  <a:pt x="438912" y="-80467"/>
                  <a:pt x="1024128" y="-80467"/>
                  <a:pt x="1463040" y="402336"/>
                </a:cubicBezTo>
                <a:cubicBezTo>
                  <a:pt x="1024128" y="885139"/>
                  <a:pt x="438912" y="885139"/>
                  <a:pt x="0" y="402336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8" name="Decoration 260"/>
          <p:cNvSpPr/>
          <p:nvPr userDrawn="1"/>
        </p:nvSpPr>
        <p:spPr>
          <a:xfrm rot="-4200000">
            <a:off x="11216640" y="5212080"/>
            <a:ext cx="1097280" cy="603504"/>
          </a:xfrm>
          <a:custGeom>
            <a:avLst/>
            <a:gdLst/>
            <a:ahLst/>
            <a:cxnLst/>
            <a:rect l="0" t="0" r="r" b="b"/>
            <a:pathLst>
              <a:path w="1097280" h="603504">
                <a:moveTo>
                  <a:pt x="0" y="301752"/>
                </a:moveTo>
                <a:cubicBezTo>
                  <a:pt x="329184" y="-60350"/>
                  <a:pt x="768096" y="-60350"/>
                  <a:pt x="1097280" y="301752"/>
                </a:cubicBezTo>
                <a:cubicBezTo>
                  <a:pt x="768096" y="663854"/>
                  <a:pt x="329184" y="663854"/>
                  <a:pt x="0" y="301752"/>
                </a:cubicBez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9" name="Decoration 261"/>
          <p:cNvSpPr/>
          <p:nvPr userDrawn="1"/>
        </p:nvSpPr>
        <p:spPr>
          <a:xfrm rot="-300000">
            <a:off x="10119360" y="6172200"/>
            <a:ext cx="975360" cy="536448"/>
          </a:xfrm>
          <a:custGeom>
            <a:avLst/>
            <a:gdLst/>
            <a:ahLst/>
            <a:cxnLst/>
            <a:rect l="0" t="0" r="r" b="b"/>
            <a:pathLst>
              <a:path w="975360" h="536448">
                <a:moveTo>
                  <a:pt x="0" y="268224"/>
                </a:moveTo>
                <a:cubicBezTo>
                  <a:pt x="292608" y="-53645"/>
                  <a:pt x="682752" y="-53645"/>
                  <a:pt x="975360" y="268224"/>
                </a:cubicBezTo>
                <a:cubicBezTo>
                  <a:pt x="682752" y="590093"/>
                  <a:pt x="292608" y="590093"/>
                  <a:pt x="0" y="268224"/>
                </a:cubicBez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E43D42-132B-4ED9-8B7D-D60BD4B310F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4DE04DF-DB11-448C-9313-CA875B3D5D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rove">
  <a:themeElements>
    <a:clrScheme name="Grove Sage">
      <a:dk1>
        <a:srgbClr val="232A26"/>
      </a:dk1>
      <a:lt1>
        <a:srgbClr val="F8FAF8"/>
      </a:lt1>
      <a:dk2>
        <a:srgbClr val="56645C"/>
      </a:dk2>
      <a:lt2>
        <a:srgbClr val="E4EBE6"/>
      </a:lt2>
      <a:accent1>
        <a:srgbClr val="5B8A6E"/>
      </a:accent1>
      <a:accent2>
        <a:srgbClr val="9AAB6A"/>
      </a:accent2>
      <a:accent3>
        <a:srgbClr val="C4A265"/>
      </a:accent3>
      <a:accent4>
        <a:srgbClr val="6A8AA0"/>
      </a:accent4>
      <a:accent5>
        <a:srgbClr val="A27A8A"/>
      </a:accent5>
      <a:accent6>
        <a:srgbClr val="7A8A7A"/>
      </a:accent6>
      <a:hlink>
        <a:srgbClr val="4A7A5E"/>
      </a:hlink>
      <a:folHlink>
        <a:srgbClr val="7A6A8A"/>
      </a:folHlink>
    </a:clrScheme>
    <a:fontScheme name="Garamond-Trebuchet MS">
      <a:majorFont>
        <a:latin typeface="Garamond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