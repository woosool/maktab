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85"/>
          <p:cNvSpPr/>
          <p:nvPr userDrawn="1"/>
        </p:nvSpPr>
        <p:spPr>
          <a:xfrm>
            <a:off x="7559040" y="822960"/>
            <a:ext cx="1219200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286"/>
          <p:cNvSpPr/>
          <p:nvPr userDrawn="1"/>
        </p:nvSpPr>
        <p:spPr>
          <a:xfrm>
            <a:off x="9022080" y="822960"/>
            <a:ext cx="1219200" cy="121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287"/>
          <p:cNvSpPr/>
          <p:nvPr userDrawn="1"/>
        </p:nvSpPr>
        <p:spPr>
          <a:xfrm>
            <a:off x="10485120" y="822960"/>
            <a:ext cx="1219200" cy="12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0" name="Decoration 288"/>
          <p:cNvSpPr/>
          <p:nvPr userDrawn="1"/>
        </p:nvSpPr>
        <p:spPr>
          <a:xfrm>
            <a:off x="7559040" y="2286000"/>
            <a:ext cx="1219200" cy="1219200"/>
          </a:xfrm>
          <a:prstGeom prst="rect">
            <a:avLst/>
          </a:prstGeom>
          <a:solidFill>
            <a:schemeClr val="accent4">
              <a:alpha val="55000"/>
            </a:schemeClr>
          </a:solidFill>
          <a:ln>
            <a:noFill/>
          </a:ln>
        </p:spPr>
      </p:sp>
      <p:sp>
        <p:nvSpPr>
          <p:cNvPr id="11" name="Decoration 289"/>
          <p:cNvSpPr/>
          <p:nvPr userDrawn="1"/>
        </p:nvSpPr>
        <p:spPr>
          <a:xfrm>
            <a:off x="9022080" y="2286000"/>
            <a:ext cx="1219200" cy="1219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2" name="Decoration 290"/>
          <p:cNvSpPr/>
          <p:nvPr userDrawn="1"/>
        </p:nvSpPr>
        <p:spPr>
          <a:xfrm>
            <a:off x="10485120" y="2286000"/>
            <a:ext cx="1219200" cy="1219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3" name="Decoration 291"/>
          <p:cNvSpPr/>
          <p:nvPr userDrawn="1"/>
        </p:nvSpPr>
        <p:spPr>
          <a:xfrm>
            <a:off x="7559040" y="3749040"/>
            <a:ext cx="1219200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Decoration 292"/>
          <p:cNvSpPr/>
          <p:nvPr userDrawn="1"/>
        </p:nvSpPr>
        <p:spPr>
          <a:xfrm>
            <a:off x="9022080" y="3749040"/>
            <a:ext cx="1219200" cy="121920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</p:sp>
      <p:sp>
        <p:nvSpPr>
          <p:cNvPr id="15" name="Decoration 293"/>
          <p:cNvSpPr/>
          <p:nvPr userDrawn="1"/>
        </p:nvSpPr>
        <p:spPr>
          <a:xfrm>
            <a:off x="10485120" y="3749040"/>
            <a:ext cx="1219200" cy="12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0" y="1371600"/>
            <a:ext cx="6339840" cy="274320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0" y="4320540"/>
            <a:ext cx="60960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01C7-B25E-4F07-B912-E9E8FC371A1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BF84C-1C22-4550-B4ED-73F521B30C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01C7-B25E-4F07-B912-E9E8FC371A1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BF84C-1C22-4550-B4ED-73F521B30C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01C7-B25E-4F07-B912-E9E8FC371A1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BF84C-1C22-4550-B4ED-73F521B30C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01C7-B25E-4F07-B912-E9E8FC371A1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BF84C-1C22-4550-B4ED-73F521B30C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01C7-B25E-4F07-B912-E9E8FC371A18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BF84C-1C22-4550-B4ED-73F521B30C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01C7-B25E-4F07-B912-E9E8FC371A18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BF84C-1C22-4550-B4ED-73F521B30C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01C7-B25E-4F07-B912-E9E8FC371A18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BF84C-1C22-4550-B4ED-73F521B30C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01C7-B25E-4F07-B912-E9E8FC371A1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BF84C-1C22-4550-B4ED-73F521B30C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01C7-B25E-4F07-B912-E9E8FC371A1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BF84C-1C22-4550-B4ED-73F521B30C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01C7-B25E-4F07-B912-E9E8FC371A1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BF84C-1C22-4550-B4ED-73F521B30C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01C7-B25E-4F07-B912-E9E8FC371A1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BF84C-1C22-4550-B4ED-73F521B30C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sa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94"/>
          <p:cNvSpPr/>
          <p:nvPr userDrawn="1"/>
        </p:nvSpPr>
        <p:spPr>
          <a:xfrm>
            <a:off x="8412480" y="34290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295"/>
          <p:cNvSpPr/>
          <p:nvPr userDrawn="1"/>
        </p:nvSpPr>
        <p:spPr>
          <a:xfrm>
            <a:off x="8875776" y="342900"/>
            <a:ext cx="365760" cy="365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296"/>
          <p:cNvSpPr/>
          <p:nvPr userDrawn="1"/>
        </p:nvSpPr>
        <p:spPr>
          <a:xfrm>
            <a:off x="9339072" y="34290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0" name="Decoration 297"/>
          <p:cNvSpPr/>
          <p:nvPr userDrawn="1"/>
        </p:nvSpPr>
        <p:spPr>
          <a:xfrm>
            <a:off x="9802368" y="34290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1" name="Decoration 298"/>
          <p:cNvSpPr/>
          <p:nvPr userDrawn="1"/>
        </p:nvSpPr>
        <p:spPr>
          <a:xfrm>
            <a:off x="10265664" y="34290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2" name="Decoration 299"/>
          <p:cNvSpPr/>
          <p:nvPr userDrawn="1"/>
        </p:nvSpPr>
        <p:spPr>
          <a:xfrm>
            <a:off x="10728960" y="34290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45701C7-B25E-4F07-B912-E9E8FC371A1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06BF84C-1C22-4550-B4ED-73F521B30C01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saic">
  <a:themeElements>
    <a:clrScheme name="Mosaic">
      <a:dk1>
        <a:srgbClr val="202020"/>
      </a:dk1>
      <a:lt1>
        <a:srgbClr val="FFFFFF"/>
      </a:lt1>
      <a:dk2>
        <a:srgbClr val="505050"/>
      </a:dk2>
      <a:lt2>
        <a:srgbClr val="F0F0F0"/>
      </a:lt2>
      <a:accent1>
        <a:srgbClr val="E63946"/>
      </a:accent1>
      <a:accent2>
        <a:srgbClr val="F4A261"/>
      </a:accent2>
      <a:accent3>
        <a:srgbClr val="E9C46A"/>
      </a:accent3>
      <a:accent4>
        <a:srgbClr val="2A9D8F"/>
      </a:accent4>
      <a:accent5>
        <a:srgbClr val="457B9D"/>
      </a:accent5>
      <a:accent6>
        <a:srgbClr val="8D5BA8"/>
      </a:accent6>
      <a:hlink>
        <a:srgbClr val="457B9D"/>
      </a:hlink>
      <a:folHlink>
        <a:srgbClr val="8D5BA8"/>
      </a:folHlink>
    </a:clrScheme>
    <a:fontScheme name="Verdana-Tahoma">
      <a:majorFont>
        <a:latin typeface="Verdana"/>
        <a:ea typeface=""/>
        <a:cs typeface=""/>
      </a:majorFont>
      <a:minorFont>
        <a:latin typeface="Tahoma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