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81"/>
          <p:cNvSpPr/>
          <p:nvPr userDrawn="1"/>
        </p:nvSpPr>
        <p:spPr>
          <a:xfrm>
            <a:off x="4876800" y="3545586"/>
            <a:ext cx="2438400" cy="2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1969"/>
            <a:ext cx="9144000" cy="238727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1136"/>
            <a:ext cx="9144000" cy="1655521"/>
          </a:xfrm>
        </p:spPr>
        <p:txBody>
          <a:bodyPr/>
          <a:lstStyle>
            <a:lvl1pPr marL="0" algn="ctr" indent="0">
              <a:buNone/>
              <a:defRPr sz="2400"/>
            </a:lvl1pPr>
            <a:lvl2pPr marL="0" algn="ctr" indent="0">
              <a:buNone/>
              <a:defRPr sz="2000"/>
            </a:lvl2pPr>
            <a:lvl3pPr marL="0" algn="ctr" indent="0">
              <a:buNone/>
              <a:defRPr sz="1800"/>
            </a:lvl3pPr>
            <a:lvl4pPr marL="0" algn="ctr" indent="0">
              <a:buNone/>
              <a:defRPr sz="1600"/>
            </a:lvl4pPr>
            <a:lvl5pPr marL="0" algn="ctr" indent="0">
              <a:buNone/>
              <a:defRPr sz="1600"/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71376-47D8-4B57-A791-0C790F1715C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FF59B-C686-444D-ABE0-23290B6EFB1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71376-47D8-4B57-A791-0C790F1715C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FF59B-C686-444D-ABE0-23290B6EFB1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71376-47D8-4B57-A791-0C790F1715C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FF59B-C686-444D-ABE0-23290B6EFB1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71376-47D8-4B57-A791-0C790F1715C3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FF59B-C686-444D-ABE0-23290B6EFB1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71376-47D8-4B57-A791-0C790F1715C3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FF59B-C686-444D-ABE0-23290B6EFB1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71376-47D8-4B57-A791-0C790F1715C3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FF59B-C686-444D-ABE0-23290B6EFB1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71376-47D8-4B57-A791-0C790F1715C3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FF59B-C686-444D-ABE0-23290B6EFB1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71376-47D8-4B57-A791-0C790F1715C3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FF59B-C686-444D-ABE0-23290B6EFB1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71376-47D8-4B57-A791-0C790F1715C3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FF59B-C686-444D-ABE0-23290B6EFB1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71376-47D8-4B57-A791-0C790F1715C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FF59B-C686-444D-ABE0-23290B6EFB1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71376-47D8-4B57-A791-0C790F1715C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FF59B-C686-444D-ABE0-23290B6EFB1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lueprint">
    <p:bg>
      <p:bgPr>
        <a:pattFill prst="sm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82"/>
          <p:cNvSpPr/>
          <p:nvPr userDrawn="1"/>
        </p:nvSpPr>
        <p:spPr>
          <a:xfrm>
            <a:off x="365760" y="308610"/>
            <a:ext cx="11460480" cy="6240780"/>
          </a:xfrm>
          <a:prstGeom prst="rect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8" name="Decoration 283"/>
          <p:cNvSpPr/>
          <p:nvPr userDrawn="1"/>
        </p:nvSpPr>
        <p:spPr>
          <a:xfrm>
            <a:off x="365760" y="308610"/>
            <a:ext cx="365760" cy="41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Decoration 284"/>
          <p:cNvSpPr/>
          <p:nvPr userDrawn="1"/>
        </p:nvSpPr>
        <p:spPr>
          <a:xfrm>
            <a:off x="11460480" y="6508242"/>
            <a:ext cx="365760" cy="41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CE71376-47D8-4B57-A791-0C790F1715C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016FF59B-C686-444D-ABE0-23290B6EFB14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/>
        <a:buChar char="+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/>
        <a:buChar char="+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/>
        <a:buChar char="+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/>
        <a:buChar char="+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lueprint">
  <a:themeElements>
    <a:clrScheme name="Blueprint Red">
      <a:dk1>
        <a:srgbClr val="3A1518"/>
      </a:dk1>
      <a:lt1>
        <a:srgbClr val="FCF6F5"/>
      </a:lt1>
      <a:dk2>
        <a:srgbClr val="7A3A3E"/>
      </a:dk2>
      <a:lt2>
        <a:srgbClr val="F1DFDD"/>
      </a:lt2>
      <a:accent1>
        <a:srgbClr val="B3262E"/>
      </a:accent1>
      <a:accent2>
        <a:srgbClr val="2F5F8F"/>
      </a:accent2>
      <a:accent3>
        <a:srgbClr val="C98A2B"/>
      </a:accent3>
      <a:accent4>
        <a:srgbClr val="3F7F5F"/>
      </a:accent4>
      <a:accent5>
        <a:srgbClr val="6A4F8F"/>
      </a:accent5>
      <a:accent6>
        <a:srgbClr val="8A6E6E"/>
      </a:accent6>
      <a:hlink>
        <a:srgbClr val="2F5F8F"/>
      </a:hlink>
      <a:folHlink>
        <a:srgbClr val="6A4F8F"/>
      </a:folHlink>
    </a:clrScheme>
    <a:fontScheme name="Courier New-Verdana">
      <a:majorFont>
        <a:latin typeface="Courier New"/>
        <a:ea typeface=""/>
        <a:cs typeface=""/>
      </a:majorFont>
      <a:minorFont>
        <a:latin typeface="Verdana"/>
        <a:ea typeface=""/>
        <a:cs typeface=""/>
      </a:minorFont>
    </a:fontScheme>
    <a:fmtScheme name="Strong Outlin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19050" cap="flat" cmpd="sng" algn="ctr">
          <a:solidFill>
            <a:schemeClr val="phClr">
              <a:shade val="50000"/>
            </a:schemeClr>
          </a:solidFill>
          <a:prstDash val="solid"/>
          <a:miter lim="800000"/>
        </a:ln>
        <a:ln w="28575" cap="flat" cmpd="sng" algn="ctr">
          <a:solidFill>
            <a:schemeClr val="phClr">
              <a:shade val="50000"/>
            </a:schemeClr>
          </a:solidFill>
          <a:prstDash val="solid"/>
          <a:miter lim="800000"/>
        </a:ln>
        <a:ln w="38100" cap="flat" cmpd="sng" algn="ctr">
          <a:solidFill>
            <a:schemeClr val="phClr">
              <a:shade val="50000"/>
            </a:schemeClr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