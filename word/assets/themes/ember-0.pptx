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docProps/core.xml" ContentType="application/vnd.openxmlformats-package.core-properties+xml"/>
  <Override PartName="/docProps/app.xml" ContentType="application/vnd.openxmlformats-officedocument.extended-properties+xml"/>
  <Override PartName="/ppt/theme/theme2.xml" ContentType="application/vnd.openxmlformats-officedocument.theme+xml"/>
  <Override PartName="/ppt/slideMasters/slideMaster2.xml" ContentType="application/vnd.openxmlformats-officedocument.presentationml.slideMaster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s/slide1.xml" ContentType="application/vnd.openxmlformats-officedocument.presentationml.slide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6"/>
  </p:sldMasterIdLst>
  <p:sldIdLst>
    <p:sldId id="256" r:id="rId7"/>
  </p:sldIdLst>
  <p:sldSz cx="12192000" cy="6858000" type="screen16x9"/>
  <p:notesSz cx="6858000" cy="9144000"/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/>
</file>

<file path=ppt/_rels/presentation.xml.rels><?xml version="1.0" encoding="UTF-8" standalone="yes"?><Relationships xmlns="http://schemas.openxmlformats.org/package/2006/relationships"><Relationship Id="rId2" Type="http://schemas.openxmlformats.org/officeDocument/2006/relationships/theme" Target="theme/theme1.xml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ableStyles" Target="tableStyles.xml"/><Relationship Id="rId6" Type="http://schemas.openxmlformats.org/officeDocument/2006/relationships/slideMaster" Target="slideMasters/slideMaster2.xml"/><Relationship Id="rId7" Type="http://schemas.openxmlformats.org/officeDocument/2006/relationships/slide" Target="slides/slide1.xml"/></Relationships>
</file>

<file path=ppt/slideLayouts/_rels/slideLayout12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 showMasterSp="0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Decoration 221"/>
          <p:cNvSpPr/>
          <p:nvPr userDrawn="1"/>
        </p:nvSpPr>
        <p:spPr>
          <a:xfrm>
            <a:off x="7071360" y="548640"/>
            <a:ext cx="6096000" cy="6096000"/>
          </a:xfrm>
          <a:prstGeom prst="ellipse">
            <a:avLst/>
          </a:prstGeom>
          <a:solidFill>
            <a:schemeClr val="accent1">
              <a:alpha val="20000"/>
            </a:schemeClr>
          </a:solidFill>
          <a:ln>
            <a:noFill/>
          </a:ln>
        </p:spPr>
      </p:sp>
      <p:sp>
        <p:nvSpPr>
          <p:cNvPr id="8" name="Decoration 222"/>
          <p:cNvSpPr/>
          <p:nvPr userDrawn="1"/>
        </p:nvSpPr>
        <p:spPr>
          <a:xfrm>
            <a:off x="8290560" y="1645920"/>
            <a:ext cx="3169920" cy="3169920"/>
          </a:xfrm>
          <a:prstGeom prst="ellipse">
            <a:avLst/>
          </a:prstGeom>
          <a:solidFill>
            <a:schemeClr val="accent2">
              <a:alpha val="30000"/>
            </a:schemeClr>
          </a:solidFill>
          <a:ln>
            <a:noFill/>
          </a:ln>
        </p:spPr>
      </p:sp>
      <p:sp>
        <p:nvSpPr>
          <p:cNvPr id="9" name="Decoration 223"/>
          <p:cNvSpPr/>
          <p:nvPr userDrawn="1"/>
        </p:nvSpPr>
        <p:spPr>
          <a:xfrm>
            <a:off x="975360" y="3977640"/>
            <a:ext cx="1219200" cy="3175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975360" y="1371600"/>
            <a:ext cx="7315200" cy="2468880"/>
          </a:xfrm>
        </p:spPr>
        <p:txBody>
          <a:bodyPr anchor="b"/>
          <a:lstStyle>
            <a:lvl1pPr algn="l">
              <a:defRPr sz="5400"/>
            </a:lvl1pPr>
          </a:lstStyle>
          <a:p>
            <a:r>
              <a:rPr lang="en-US"/>
              <a:t>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975360" y="4251960"/>
            <a:ext cx="6705600" cy="1234440"/>
          </a:xfrm>
        </p:spPr>
        <p:txBody>
          <a:bodyPr anchor="t"/>
          <a:lstStyle>
            <a:lvl1pPr marL="0" indent="0" algn="l">
              <a:buNone/>
              <a:defRPr sz="2000">
                <a:solidFill>
                  <a:schemeClr val="tx2"/>
                </a:solidFill>
              </a:defRPr>
            </a:lvl1pPr>
            <a:lvl2pPr marL="0" indent="0" algn="l">
              <a:buNone/>
              <a:defRPr sz="1800">
                <a:solidFill>
                  <a:schemeClr val="tx2"/>
                </a:solidFill>
              </a:defRPr>
            </a:lvl2pPr>
            <a:lvl3pPr marL="0" indent="0" algn="l">
              <a:buNone/>
              <a:defRPr sz="1600">
                <a:solidFill>
                  <a:schemeClr val="tx2"/>
                </a:solidFill>
              </a:defRPr>
            </a:lvl3pPr>
            <a:lvl4pPr marL="0" indent="0" algn="l">
              <a:buNone/>
              <a:defRPr sz="1400">
                <a:solidFill>
                  <a:schemeClr val="tx2"/>
                </a:solidFill>
              </a:defRPr>
            </a:lvl4pPr>
            <a:lvl5pPr marL="0" indent="0" algn="l">
              <a:buNone/>
              <a:defRPr sz="1400">
                <a:solidFill>
                  <a:schemeClr val="tx2"/>
                </a:solidFill>
              </a:defRPr>
            </a:lvl5pPr>
          </a:lstStyle>
          <a:p>
            <a:r>
              <a:rPr lang="en-US"/>
              <a:t>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E69F1A3-B700-4791-B2DE-0DF6D0EB58E8}" type="datetimeFigureOut">
              <a:rPr lang="en-US"/>
              <a:t>1/1/2026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688835-131F-47C0-86D9-31C5D230822C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/>
              <a:t>Master text style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E69F1A3-B700-4791-B2DE-0DF6D0EB58E8}" type="datetimeFigureOut">
              <a:rPr lang="en-US"/>
              <a:t>1/1/2026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688835-131F-47C0-86D9-31C5D230822C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57098" y="1714500"/>
            <a:ext cx="10477804" cy="2860472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57098" y="4601718"/>
            <a:ext cx="10477804" cy="1504645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lumMod val="65000"/>
                    <a:lumOff val="3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lumMod val="65000"/>
                    <a:lumOff val="3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lumMod val="65000"/>
                    <a:lumOff val="3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lumMod val="65000"/>
                    <a:lumOff val="35000"/>
                  </a:schemeClr>
                </a:solidFill>
              </a:defRPr>
            </a:lvl5pPr>
          </a:lstStyle>
          <a:p>
            <a:r>
              <a:rPr lang="en-US"/>
              <a:t>Master text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E69F1A3-B700-4791-B2DE-0DF6D0EB58E8}" type="datetimeFigureOut">
              <a:rPr lang="en-US"/>
              <a:t>1/1/2026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688835-131F-47C0-86D9-31C5D230822C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00"/>
            <a:ext cx="5105400" cy="4351401"/>
          </a:xfrm>
        </p:spPr>
        <p:txBody>
          <a:bodyPr/>
          <a:lstStyle/>
          <a:p>
            <a:r>
              <a:rPr lang="en-US"/>
              <a:t>Master text style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48400" y="1825600"/>
            <a:ext cx="5105400" cy="4351401"/>
          </a:xfrm>
        </p:spPr>
        <p:txBody>
          <a:bodyPr/>
          <a:lstStyle/>
          <a:p>
            <a:r>
              <a:rPr lang="en-US"/>
              <a:t>Master text style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E69F1A3-B700-4791-B2DE-0DF6D0EB58E8}" type="datetimeFigureOut">
              <a:rPr lang="en-US"/>
              <a:t>1/1/2026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688835-131F-47C0-86D9-31C5D230822C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365531"/>
            <a:ext cx="10515600" cy="1211809"/>
          </a:xfrm>
        </p:spPr>
        <p:txBody>
          <a:bodyPr/>
          <a:lstStyle/>
          <a:p>
            <a:r>
              <a:rPr lang="en-US"/>
              <a:t>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720672"/>
            <a:ext cx="5105400" cy="841477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</a:lstStyle>
          <a:p>
            <a:r>
              <a:rPr lang="en-US"/>
              <a:t>Master text style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8200" y="2562149"/>
            <a:ext cx="5105400" cy="3610051"/>
          </a:xfrm>
        </p:spPr>
        <p:txBody>
          <a:bodyPr/>
          <a:lstStyle/>
          <a:p>
            <a:r>
              <a:rPr lang="en-US"/>
              <a:t>Master text style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248400" y="1720672"/>
            <a:ext cx="5105400" cy="841477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</a:lstStyle>
          <a:p>
            <a:r>
              <a:rPr lang="en-US"/>
              <a:t>Master text style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248400" y="2562149"/>
            <a:ext cx="5105400" cy="3610051"/>
          </a:xfrm>
        </p:spPr>
        <p:txBody>
          <a:bodyPr/>
          <a:lstStyle/>
          <a:p>
            <a:r>
              <a:rPr lang="en-US"/>
              <a:t>Master text style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E69F1A3-B700-4791-B2DE-0DF6D0EB58E8}" type="datetimeFigureOut">
              <a:rPr lang="en-US"/>
              <a:t>1/1/2026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688835-131F-47C0-86D9-31C5D230822C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E69F1A3-B700-4791-B2DE-0DF6D0EB58E8}" type="datetimeFigureOut">
              <a:rPr lang="en-US"/>
              <a:t>1/1/2026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688835-131F-47C0-86D9-31C5D230822C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E69F1A3-B700-4791-B2DE-0DF6D0EB58E8}" type="datetimeFigureOut">
              <a:rPr lang="en-US"/>
              <a:t>1/1/2026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688835-131F-47C0-86D9-31C5D230822C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457429"/>
            <a:ext cx="3920947" cy="1599971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40757" y="914171"/>
            <a:ext cx="6213043" cy="5029657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</a:lstStyle>
          <a:p>
            <a:r>
              <a:rPr lang="en-US"/>
              <a:t>Master text style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8200" y="2285771"/>
            <a:ext cx="3920947" cy="3658057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</a:lstStyle>
          <a:p>
            <a:r>
              <a:rPr lang="en-US"/>
              <a:t>Master text style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E69F1A3-B700-4791-B2DE-0DF6D0EB58E8}" type="datetimeFigureOut">
              <a:rPr lang="en-US"/>
              <a:t>1/1/2026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688835-131F-47C0-86D9-31C5D230822C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457429"/>
            <a:ext cx="3920947" cy="1599971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40757" y="914171"/>
            <a:ext cx="6213043" cy="5029657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8200" y="2285771"/>
            <a:ext cx="3920947" cy="3658057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</a:lstStyle>
          <a:p>
            <a:r>
              <a:rPr lang="en-US"/>
              <a:t>Master text style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E69F1A3-B700-4791-B2DE-0DF6D0EB58E8}" type="datetimeFigureOut">
              <a:rPr lang="en-US"/>
              <a:t>1/1/2026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688835-131F-47C0-86D9-31C5D230822C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r>
              <a:rPr lang="en-US"/>
              <a:t>Master text style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E69F1A3-B700-4791-B2DE-0DF6D0EB58E8}" type="datetimeFigureOut">
              <a:rPr lang="en-US"/>
              <a:t>1/1/2026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688835-131F-47C0-86D9-31C5D230822C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orient="vert"/>
          </p:nvPr>
        </p:nvSpPr>
        <p:spPr>
          <a:xfrm>
            <a:off x="8953195" y="365531"/>
            <a:ext cx="2400605" cy="5811470"/>
          </a:xfrm>
        </p:spPr>
        <p:txBody>
          <a:bodyPr vert="eaVert"/>
          <a:lstStyle/>
          <a:p>
            <a:r>
              <a:rPr lang="en-US"/>
              <a:t>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531"/>
            <a:ext cx="7810195" cy="5811470"/>
          </a:xfrm>
        </p:spPr>
        <p:txBody>
          <a:bodyPr vert="eaVert"/>
          <a:lstStyle/>
          <a:p>
            <a:r>
              <a:rPr lang="en-US"/>
              <a:t>Master text style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E69F1A3-B700-4791-B2DE-0DF6D0EB58E8}" type="datetimeFigureOut">
              <a:rPr lang="en-US"/>
              <a:t>1/1/2026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688835-131F-47C0-86D9-31C5D230822C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2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slideLayout" Target="../slideLayouts/slideLayout13.xml"/><Relationship Id="rId3" Type="http://schemas.openxmlformats.org/officeDocument/2006/relationships/slideLayout" Target="../slideLayouts/slideLayout14.xml"/><Relationship Id="rId4" Type="http://schemas.openxmlformats.org/officeDocument/2006/relationships/slideLayout" Target="../slideLayouts/slideLayout15.xml"/><Relationship Id="rId5" Type="http://schemas.openxmlformats.org/officeDocument/2006/relationships/slideLayout" Target="../slideLayouts/slideLayout16.xml"/><Relationship Id="rId6" Type="http://schemas.openxmlformats.org/officeDocument/2006/relationships/slideLayout" Target="../slideLayouts/slideLayout17.xml"/><Relationship Id="rId7" Type="http://schemas.openxmlformats.org/officeDocument/2006/relationships/slideLayout" Target="../slideLayouts/slideLayout18.xml"/><Relationship Id="rId8" Type="http://schemas.openxmlformats.org/officeDocument/2006/relationships/slideLayout" Target="../slideLayouts/slideLayout19.xml"/><Relationship Id="rId9" Type="http://schemas.openxmlformats.org/officeDocument/2006/relationships/slideLayout" Target="../slideLayouts/slideLayout20.xml"/><Relationship Id="rId10" Type="http://schemas.openxmlformats.org/officeDocument/2006/relationships/slideLayout" Target="../slideLayouts/slideLayout21.xml"/><Relationship Id="rId11" Type="http://schemas.openxmlformats.org/officeDocument/2006/relationships/slideLayout" Target="../slideLayouts/slideLayout22.xml"/><Relationship Id="rId12" Type="http://schemas.openxmlformats.org/officeDocument/2006/relationships/theme" Target="../theme/theme2.xml"/></Relationships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Ember">
    <p:bg>
      <p:bgPr>
        <a:gradFill rotWithShape="1">
          <a:gsLst>
            <a:gs pos="0">
              <a:schemeClr val="bg2"/>
            </a:gs>
            <a:gs pos="100000">
              <a:schemeClr val="bg1"/>
            </a:gs>
          </a:gsLst>
          <a:path path="circle">
            <a:fillToRect l="30000" t="25000" r="70000" b="75000"/>
          </a:path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Decoration 224"/>
          <p:cNvSpPr/>
          <p:nvPr userDrawn="1"/>
        </p:nvSpPr>
        <p:spPr>
          <a:xfrm>
            <a:off x="-1219200" y="3977640"/>
            <a:ext cx="3901440" cy="3901440"/>
          </a:xfrm>
          <a:prstGeom prst="ellipse">
            <a:avLst/>
          </a:prstGeom>
          <a:solidFill>
            <a:schemeClr val="accent1">
              <a:alpha val="16000"/>
            </a:schemeClr>
          </a:solidFill>
          <a:ln>
            <a:noFill/>
          </a:ln>
        </p:spPr>
      </p:sp>
      <p:sp>
        <p:nvSpPr>
          <p:cNvPr id="8" name="Decoration 225"/>
          <p:cNvSpPr/>
          <p:nvPr userDrawn="1"/>
        </p:nvSpPr>
        <p:spPr>
          <a:xfrm>
            <a:off x="838200" y="1796796"/>
            <a:ext cx="731520" cy="3175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531"/>
            <a:ext cx="10515600" cy="1452524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00"/>
            <a:ext cx="10515600" cy="435140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r>
              <a:rPr lang="en-US"/>
              <a:t>Master text style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5994"/>
            <a:ext cx="2743200" cy="36553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fld id="{7E69F1A3-B700-4791-B2DE-0DF6D0EB58E8}" type="datetimeFigureOut">
              <a:rPr lang="en-US"/>
              <a:t>1/1/2026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114800" y="6355994"/>
            <a:ext cx="3962400" cy="36553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5994"/>
            <a:ext cx="2743200" cy="36553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fld id="{0C688835-131F-47C0-86D9-31C5D230822C}" type="slidenum">
              <a:rPr lang="en-US"/>
              <a:t>‹#›</a:t>
            </a:fld>
            <a:endParaRPr lang="en-US"/>
          </a:p>
        </p:txBody>
      </p:sp>
    </p:spTree>
  </p:cSld>
  <p:clrMap bg1="dk1" tx1="lt1" bg2="dk2" tx2="lt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2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00000"/>
        </a:lnSpc>
        <a:spcBef>
          <a:spcPts val="1000"/>
        </a:spcBef>
        <a:buClr>
          <a:schemeClr val="accent1"/>
        </a:buClr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100000"/>
        </a:lnSpc>
        <a:spcBef>
          <a:spcPts val="500"/>
        </a:spcBef>
        <a:buClr>
          <a:schemeClr val="accent1"/>
        </a:buClr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100000"/>
        </a:lnSpc>
        <a:spcBef>
          <a:spcPts val="500"/>
        </a:spcBef>
        <a:buClr>
          <a:schemeClr val="accent1"/>
        </a:buClr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100000"/>
        </a:lnSpc>
        <a:spcBef>
          <a:spcPts val="500"/>
        </a:spcBef>
        <a:buClr>
          <a:schemeClr val="accent1"/>
        </a:buClr>
        <a:buFont typeface="Arial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100000"/>
        </a:lnSpc>
        <a:spcBef>
          <a:spcPts val="500"/>
        </a:spcBef>
        <a:buClr>
          <a:schemeClr val="accent1"/>
        </a:buClr>
        <a:buFont typeface="Arial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5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</p:otherStyle>
  </p:txStyles>
</p:sldMaster>
</file>

<file path=ppt/slides/_rels/slide1.xml.rels><?xml version="1.0" encoding="UTF-8" standalone="yes"?><Relationships xmlns="http://schemas.openxmlformats.org/package/2006/relationships"><Relationship Id="rId1" Type="http://schemas.openxmlformats.org/officeDocument/2006/relationships/slideLayout" Target="/ppt/slideLayouts/slideLayout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Centered 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/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</p:spTree>
  </p:cSld>
</p:sld>
</file>

<file path=ppt/theme/theme1.xml><?xml version="1.0" encoding="utf-8"?>
<a:theme xmlns:a="http://schemas.openxmlformats.org/drawingml/2006/main" name="Default Theme">
  <a:themeElements>
    <a:clrScheme name="Default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Default">
      <a:majorFont>
        <a:latin typeface="Calibri"/>
        <a:ea typeface=""/>
        <a:cs typeface=""/>
      </a:majorFont>
      <a:minorFont>
        <a:latin typeface="Calibri"/>
        <a:ea typeface=""/>
        <a:cs typeface=""/>
      </a:minorFont>
    </a:fontScheme>
    <a:fmtScheme name="Default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Ember">
  <a:themeElements>
    <a:clrScheme name="Ember">
      <a:dk1>
        <a:srgbClr val="1A1210"/>
      </a:dk1>
      <a:lt1>
        <a:srgbClr val="F7EDE6"/>
      </a:lt1>
      <a:dk2>
        <a:srgbClr val="3A2620"/>
      </a:dk2>
      <a:lt2>
        <a:srgbClr val="CDB4A8"/>
      </a:lt2>
      <a:accent1>
        <a:srgbClr val="F07C3C"/>
      </a:accent1>
      <a:accent2>
        <a:srgbClr val="FFC56B"/>
      </a:accent2>
      <a:accent3>
        <a:srgbClr val="D9534F"/>
      </a:accent3>
      <a:accent4>
        <a:srgbClr val="8FB6C8"/>
      </a:accent4>
      <a:accent5>
        <a:srgbClr val="C79AD0"/>
      </a:accent5>
      <a:accent6>
        <a:srgbClr val="A3C48A"/>
      </a:accent6>
      <a:hlink>
        <a:srgbClr val="FFB27A"/>
      </a:hlink>
      <a:folHlink>
        <a:srgbClr val="E0B0E0"/>
      </a:folHlink>
    </a:clrScheme>
    <a:fontScheme name="Palatino-Arial">
      <a:majorFont>
        <a:latin typeface="Palatino"/>
        <a:ea typeface=""/>
        <a:cs typeface=""/>
      </a:majorFont>
      <a:minorFont>
        <a:latin typeface="Arial"/>
        <a:ea typeface=""/>
        <a:cs typeface=""/>
      </a:minorFont>
    </a:fontScheme>
    <a:fmtScheme name="Glow">
      <a:fillStyleLst>
        <a:solidFill>
          <a:schemeClr val="phClr"/>
        </a:solidFill>
        <a:gradFill rotWithShape="1">
          <a:gsLst>
            <a:gs pos="0">
              <a:schemeClr val="phClr">
                <a:tint val="60000"/>
              </a:schemeClr>
            </a:gs>
            <a:gs pos="100000">
              <a:schemeClr val="phClr"/>
            </a:gs>
          </a:gsLst>
          <a:lin ang="5400000" scaled="0"/>
        </a:gradFill>
        <a:gradFill rotWithShape="1">
          <a:gsLst>
            <a:gs pos="0">
              <a:schemeClr val="phClr">
                <a:tint val="85000"/>
              </a:schemeClr>
            </a:gs>
            <a:gs pos="100000">
              <a:schemeClr val="phClr">
                <a:shade val="70000"/>
              </a:schemeClr>
            </a:gs>
          </a:gsLst>
          <a:path path="circle">
            <a:fillToRect l="50000" t="30000" r="50000" b="70000"/>
          </a:path>
        </a:gradFill>
      </a:fillStyleLst>
      <a:lnStyleLst>
        <a:ln w="9525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>
            <a:glow rad="63500">
              <a:schemeClr val="phClr">
                <a:alpha val="40000"/>
              </a:schemeClr>
            </a:glow>
          </a:effectLst>
        </a:effectStyle>
        <a:effectStyle>
          <a:effectLst>
            <a:glow rad="101600">
              <a:schemeClr val="phClr">
                <a:alpha val="40000"/>
              </a:schemeClr>
            </a:glo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2000"/>
              </a:schemeClr>
            </a:gs>
            <a:gs pos="100000">
              <a:schemeClr val="phClr">
                <a:shade val="94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80000"/>
              </a:schemeClr>
            </a:gs>
            <a:gs pos="100000">
              <a:schemeClr val="phClr">
                <a:shade val="78000"/>
              </a:schemeClr>
            </a:gs>
          </a:gsLst>
          <a:path path="circle">
            <a:fillToRect l="50000" t="30000" r="50000" b="7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Application>@office-kit/pptx</Applicat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</cp:coreProperties>
</file>