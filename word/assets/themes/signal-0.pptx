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61"/>
          <p:cNvSpPr/>
          <p:nvPr userDrawn="1"/>
        </p:nvSpPr>
        <p:spPr>
          <a:xfrm>
            <a:off x="7315200" y="0"/>
            <a:ext cx="4876800" cy="6858000"/>
          </a:xfrm>
          <a:custGeom>
            <a:avLst/>
            <a:gdLst/>
            <a:ahLst/>
            <a:cxnLst/>
            <a:rect l="0" t="0" r="r" b="b"/>
            <a:pathLst>
              <a:path w="4876800" h="6858000">
                <a:moveTo>
                  <a:pt x="1950720" y="0"/>
                </a:moveTo>
                <a:lnTo>
                  <a:pt x="4876800" y="0"/>
                </a:lnTo>
                <a:lnTo>
                  <a:pt x="29260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62"/>
          <p:cNvSpPr/>
          <p:nvPr userDrawn="1"/>
        </p:nvSpPr>
        <p:spPr>
          <a:xfrm>
            <a:off x="6461760" y="0"/>
            <a:ext cx="1463040" cy="6858000"/>
          </a:xfrm>
          <a:custGeom>
            <a:avLst/>
            <a:gdLst/>
            <a:ahLst/>
            <a:cxnLst/>
            <a:rect l="0" t="0" r="r" b="b"/>
            <a:pathLst>
              <a:path w="1463040" h="6858000">
                <a:moveTo>
                  <a:pt x="585216" y="0"/>
                </a:moveTo>
                <a:lnTo>
                  <a:pt x="1463040" y="0"/>
                </a:lnTo>
                <a:lnTo>
                  <a:pt x="8778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63"/>
          <p:cNvSpPr/>
          <p:nvPr userDrawn="1"/>
        </p:nvSpPr>
        <p:spPr>
          <a:xfrm>
            <a:off x="5974080" y="0"/>
            <a:ext cx="731520" cy="6858000"/>
          </a:xfrm>
          <a:custGeom>
            <a:avLst/>
            <a:gdLst/>
            <a:ahLst/>
            <a:cxnLst/>
            <a:rect l="0" t="0" r="r" b="b"/>
            <a:pathLst>
              <a:path w="731520" h="6858000">
                <a:moveTo>
                  <a:pt x="292608" y="0"/>
                </a:moveTo>
                <a:lnTo>
                  <a:pt x="731520" y="0"/>
                </a:lnTo>
                <a:lnTo>
                  <a:pt x="43891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234440"/>
            <a:ext cx="633984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64"/>
          <p:cNvSpPr/>
          <p:nvPr userDrawn="1"/>
        </p:nvSpPr>
        <p:spPr>
          <a:xfrm>
            <a:off x="9509760" y="0"/>
            <a:ext cx="2682240" cy="6858000"/>
          </a:xfrm>
          <a:custGeom>
            <a:avLst/>
            <a:gdLst/>
            <a:ahLst/>
            <a:cxnLst/>
            <a:rect l="0" t="0" r="r" b="b"/>
            <a:pathLst>
              <a:path w="2682240" h="6858000">
                <a:moveTo>
                  <a:pt x="1072896" y="0"/>
                </a:moveTo>
                <a:lnTo>
                  <a:pt x="2682240" y="0"/>
                </a:lnTo>
                <a:lnTo>
                  <a:pt x="16093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1508760"/>
            <a:ext cx="8046720" cy="301752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4732020"/>
            <a:ext cx="804672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g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65"/>
          <p:cNvSpPr/>
          <p:nvPr userDrawn="1"/>
        </p:nvSpPr>
        <p:spPr>
          <a:xfrm>
            <a:off x="10728960" y="5486400"/>
            <a:ext cx="1463040" cy="1371600"/>
          </a:xfrm>
          <a:custGeom>
            <a:avLst/>
            <a:gdLst/>
            <a:ahLst/>
            <a:cxnLst/>
            <a:rect l="0" t="0" r="r" b="b"/>
            <a:pathLst>
              <a:path w="1463040" h="1371600">
                <a:moveTo>
                  <a:pt x="658368" y="0"/>
                </a:moveTo>
                <a:lnTo>
                  <a:pt x="1463040" y="0"/>
                </a:lnTo>
                <a:lnTo>
                  <a:pt x="80467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66"/>
          <p:cNvSpPr/>
          <p:nvPr userDrawn="1"/>
        </p:nvSpPr>
        <p:spPr>
          <a:xfrm>
            <a:off x="10302240" y="5486400"/>
            <a:ext cx="609600" cy="1371600"/>
          </a:xfrm>
          <a:custGeom>
            <a:avLst/>
            <a:gdLst/>
            <a:ahLst/>
            <a:cxnLst/>
            <a:rect l="0" t="0" r="r" b="b"/>
            <a:pathLst>
              <a:path w="609600" h="1371600">
                <a:moveTo>
                  <a:pt x="274320" y="0"/>
                </a:moveTo>
                <a:lnTo>
                  <a:pt x="609600" y="0"/>
                </a:lnTo>
                <a:lnTo>
                  <a:pt x="335280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CB8ADC-CDA6-4420-9483-F1A3A2AD051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379F409-8014-4EA9-BD84-9A658E5668F7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gnal">
  <a:themeElements>
    <a:clrScheme name="Signal">
      <a:dk1>
        <a:srgbClr val="101418"/>
      </a:dk1>
      <a:lt1>
        <a:srgbClr val="F4F6F8"/>
      </a:lt1>
      <a:dk2>
        <a:srgbClr val="1C232B"/>
      </a:dk2>
      <a:lt2>
        <a:srgbClr val="A9B4BF"/>
      </a:lt2>
      <a:accent1>
        <a:srgbClr val="FF6A3D"/>
      </a:accent1>
      <a:accent2>
        <a:srgbClr val="FFC93C"/>
      </a:accent2>
      <a:accent3>
        <a:srgbClr val="3EC1D3"/>
      </a:accent3>
      <a:accent4>
        <a:srgbClr val="9B7BEA"/>
      </a:accent4>
      <a:accent5>
        <a:srgbClr val="6BE38C"/>
      </a:accent5>
      <a:accent6>
        <a:srgbClr val="FF8FB1"/>
      </a:accent6>
      <a:hlink>
        <a:srgbClr val="5FD3FF"/>
      </a:hlink>
      <a:folHlink>
        <a:srgbClr val="B9A2FF"/>
      </a:folHlink>
    </a:clrScheme>
    <a:fontScheme name="Trebuchet MS-Arial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