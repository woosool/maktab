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54"/>
          <p:cNvSpPr/>
          <p:nvPr userDrawn="1"/>
        </p:nvSpPr>
        <p:spPr>
          <a:xfrm>
            <a:off x="487680" y="411480"/>
            <a:ext cx="11216640" cy="6035040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</p:sp>
      <p:sp>
        <p:nvSpPr>
          <p:cNvPr id="8" name="Decoration 55"/>
          <p:cNvSpPr/>
          <p:nvPr userDrawn="1"/>
        </p:nvSpPr>
        <p:spPr>
          <a:xfrm>
            <a:off x="609600" y="534924"/>
            <a:ext cx="10972800" cy="5788152"/>
          </a:xfrm>
          <a:prstGeom prst="rect">
            <a:avLst/>
          </a:prstGeom>
          <a:noFill/>
          <a:ln w="6350">
            <a:solidFill>
              <a:schemeClr val="accent1">
                <a:alpha val="50000"/>
              </a:schemeClr>
            </a:solidFill>
          </a:ln>
        </p:spPr>
      </p:sp>
      <p:sp>
        <p:nvSpPr>
          <p:cNvPr id="9" name="Decoration 56"/>
          <p:cNvSpPr/>
          <p:nvPr userDrawn="1"/>
        </p:nvSpPr>
        <p:spPr>
          <a:xfrm>
            <a:off x="5486400" y="3806190"/>
            <a:ext cx="1219200" cy="19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63040" y="1165860"/>
            <a:ext cx="9265920" cy="246888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63040" y="4114800"/>
            <a:ext cx="9265920" cy="1234440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0" indent="0" algn="ctr">
              <a:buNone/>
              <a:defRPr sz="1800">
                <a:solidFill>
                  <a:schemeClr val="tx2"/>
                </a:solidFill>
              </a:defRPr>
            </a:lvl2pPr>
            <a:lvl3pPr marL="0" indent="0" algn="ctr">
              <a:buNone/>
              <a:defRPr sz="1600">
                <a:solidFill>
                  <a:schemeClr val="tx2"/>
                </a:solidFill>
              </a:defRPr>
            </a:lvl3pPr>
            <a:lvl4pPr marL="0" indent="0" algn="ctr">
              <a:buNone/>
              <a:defRPr sz="1400">
                <a:solidFill>
                  <a:schemeClr val="tx2"/>
                </a:solidFill>
              </a:defRPr>
            </a:lvl4pPr>
            <a:lvl5pPr marL="0" indent="0" algn="ctr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3588E-2F60-403E-8B2E-9AA3FC0E2901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A40DB-7395-4A53-AA38-DBCA45E264F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3588E-2F60-403E-8B2E-9AA3FC0E2901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A40DB-7395-4A53-AA38-DBCA45E264F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57"/>
          <p:cNvSpPr/>
          <p:nvPr userDrawn="1"/>
        </p:nvSpPr>
        <p:spPr>
          <a:xfrm>
            <a:off x="853440" y="4732020"/>
            <a:ext cx="975360" cy="190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098" y="1714500"/>
            <a:ext cx="10477804" cy="28604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098" y="4601718"/>
            <a:ext cx="10477804" cy="150464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3588E-2F60-403E-8B2E-9AA3FC0E2901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A40DB-7395-4A53-AA38-DBCA45E264F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3588E-2F60-403E-8B2E-9AA3FC0E2901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A40DB-7395-4A53-AA38-DBCA45E264F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3588E-2F60-403E-8B2E-9AA3FC0E2901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A40DB-7395-4A53-AA38-DBCA45E264F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3588E-2F60-403E-8B2E-9AA3FC0E2901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A40DB-7395-4A53-AA38-DBCA45E264F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3588E-2F60-403E-8B2E-9AA3FC0E29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A40DB-7395-4A53-AA38-DBCA45E264F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3588E-2F60-403E-8B2E-9AA3FC0E2901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A40DB-7395-4A53-AA38-DBCA45E264F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3588E-2F60-403E-8B2E-9AA3FC0E2901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A40DB-7395-4A53-AA38-DBCA45E264F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3588E-2F60-403E-8B2E-9AA3FC0E2901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A40DB-7395-4A53-AA38-DBCA45E264F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3588E-2F60-403E-8B2E-9AA3FC0E2901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A40DB-7395-4A53-AA38-DBCA45E264F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Galler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58"/>
          <p:cNvSpPr/>
          <p:nvPr userDrawn="1"/>
        </p:nvSpPr>
        <p:spPr>
          <a:xfrm>
            <a:off x="838200" y="274320"/>
            <a:ext cx="10515600" cy="9525"/>
          </a:xfrm>
          <a:prstGeom prst="rect">
            <a:avLst/>
          </a:prstGeom>
          <a:solidFill>
            <a:schemeClr val="tx1"/>
          </a:solidFill>
          <a:ln>
            <a:noFill/>
          </a:ln>
        </p:spPr>
      </p:sp>
      <p:sp>
        <p:nvSpPr>
          <p:cNvPr id="8" name="Decoration 59"/>
          <p:cNvSpPr/>
          <p:nvPr userDrawn="1"/>
        </p:nvSpPr>
        <p:spPr>
          <a:xfrm>
            <a:off x="838200" y="329184"/>
            <a:ext cx="10515600" cy="9525"/>
          </a:xfrm>
          <a:prstGeom prst="rect">
            <a:avLst/>
          </a:prstGeom>
          <a:solidFill>
            <a:schemeClr val="tx1"/>
          </a:solidFill>
          <a:ln>
            <a:noFill/>
          </a:ln>
        </p:spPr>
      </p:sp>
      <p:sp>
        <p:nvSpPr>
          <p:cNvPr id="9" name="Decoration 60"/>
          <p:cNvSpPr/>
          <p:nvPr userDrawn="1"/>
        </p:nvSpPr>
        <p:spPr>
          <a:xfrm>
            <a:off x="838200" y="6275070"/>
            <a:ext cx="10515600" cy="6350"/>
          </a:xfrm>
          <a:prstGeom prst="rect">
            <a:avLst/>
          </a:prstGeom>
          <a:solidFill>
            <a:schemeClr val="tx2">
              <a:alpha val="60000"/>
            </a:schemeClr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B63588E-2F60-403E-8B2E-9AA3FC0E2901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53A40DB-7395-4A53-AA38-DBCA45E264F6}" type="slidenum">
              <a:rPr lang="en-US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Georgia"/>
        <a:buChar char="·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Georgia"/>
        <a:buChar char="·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Georgia"/>
        <a:buChar char="·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Georgia"/>
        <a:buChar char="·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Georgia"/>
        <a:buChar char="·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Gallery">
  <a:themeElements>
    <a:clrScheme name="Gallery Noir">
      <a:dk1>
        <a:srgbClr val="141414"/>
      </a:dk1>
      <a:lt1>
        <a:srgbClr val="F3EFE7"/>
      </a:lt1>
      <a:dk2>
        <a:srgbClr val="262422"/>
      </a:dk2>
      <a:lt2>
        <a:srgbClr val="BDB5A8"/>
      </a:lt2>
      <a:accent1>
        <a:srgbClr val="D4B170"/>
      </a:accent1>
      <a:accent2>
        <a:srgbClr val="C97B63"/>
      </a:accent2>
      <a:accent3>
        <a:srgbClr val="8FB59A"/>
      </a:accent3>
      <a:accent4>
        <a:srgbClr val="8AA6C8"/>
      </a:accent4>
      <a:accent5>
        <a:srgbClr val="B99AC6"/>
      </a:accent5>
      <a:accent6>
        <a:srgbClr val="D9CBB0"/>
      </a:accent6>
      <a:hlink>
        <a:srgbClr val="E0C48A"/>
      </a:hlink>
      <a:folHlink>
        <a:srgbClr val="C9AED4"/>
      </a:folHlink>
    </a:clrScheme>
    <a:fontScheme name="Playfair Display-Georgia">
      <a:majorFont>
        <a:latin typeface="Playfair Display"/>
        <a:ea typeface=""/>
        <a:cs typeface=""/>
      </a:majorFont>
      <a:minorFont>
        <a:latin typeface="Georgia"/>
        <a:ea typeface=""/>
        <a:cs typeface=""/>
      </a:minorFont>
    </a:fontScheme>
    <a:fmtScheme name="Fla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