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1"/>
          <p:cNvSpPr/>
          <p:nvPr userDrawn="1"/>
        </p:nvSpPr>
        <p:spPr>
          <a:xfrm>
            <a:off x="0" y="2057400"/>
            <a:ext cx="12192000" cy="260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12"/>
          <p:cNvSpPr/>
          <p:nvPr userDrawn="1"/>
        </p:nvSpPr>
        <p:spPr>
          <a:xfrm>
            <a:off x="0" y="466344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194560"/>
            <a:ext cx="10241280" cy="2331720"/>
          </a:xfrm>
        </p:spPr>
        <p:txBody>
          <a:bodyPr anchor="ctr"/>
          <a:lstStyle>
            <a:lvl1pPr algn="l">
              <a:defRPr sz="5000">
                <a:solidFill>
                  <a:schemeClr val="lt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937760"/>
            <a:ext cx="1024128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3"/>
          <p:cNvSpPr/>
          <p:nvPr userDrawn="1"/>
        </p:nvSpPr>
        <p:spPr>
          <a:xfrm>
            <a:off x="0" y="425196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4"/>
          <p:cNvSpPr/>
          <p:nvPr userDrawn="1"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15"/>
          <p:cNvSpPr/>
          <p:nvPr userDrawn="1"/>
        </p:nvSpPr>
        <p:spPr>
          <a:xfrm>
            <a:off x="838200" y="1796796"/>
            <a:ext cx="12192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A3C26E9-C88A-4A68-8FDD-15F27D18003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C6BF71-8693-4E67-8E78-F8B4B864142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rbor">
  <a:themeElements>
    <a:clrScheme name="Harbor Brick">
      <a:dk1>
        <a:srgbClr val="2A2220"/>
      </a:dk1>
      <a:lt1>
        <a:srgbClr val="FFFCFA"/>
      </a:lt1>
      <a:dk2>
        <a:srgbClr val="6A5A55"/>
      </a:dk2>
      <a:lt2>
        <a:srgbClr val="F2EBE8"/>
      </a:lt2>
      <a:accent1>
        <a:srgbClr val="7A2E22"/>
      </a:accent1>
      <a:accent2>
        <a:srgbClr val="3F6F8F"/>
      </a:accent2>
      <a:accent3>
        <a:srgbClr val="D9A441"/>
      </a:accent3>
      <a:accent4>
        <a:srgbClr val="4F7A5A"/>
      </a:accent4>
      <a:accent5>
        <a:srgbClr val="7A5A8F"/>
      </a:accent5>
      <a:accent6>
        <a:srgbClr val="8A7A70"/>
      </a:accent6>
      <a:hlink>
        <a:srgbClr val="3F6F8F"/>
      </a:hlink>
      <a:folHlink>
        <a:srgbClr val="7A5A8F"/>
      </a:folHlink>
    </a:clrScheme>
    <a:fontScheme name="Georgia-Verdana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