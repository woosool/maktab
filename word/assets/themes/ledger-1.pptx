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6"/>
  </p:sldMasterIdLst>
  <p:sldIdLst>
    <p:sldId id="256" r:id="rId7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<Relationships xmlns="http://schemas.openxmlformats.org/package/2006/relationships"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Master" Target="slideMasters/slideMaster2.xml"/><Relationship Id="rId7" Type="http://schemas.openxmlformats.org/officeDocument/2006/relationships/slide" Target="slides/slide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34"/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8" name="Decoration 135"/>
          <p:cNvSpPr/>
          <p:nvPr userDrawn="1"/>
        </p:nvSpPr>
        <p:spPr>
          <a:xfrm>
            <a:off x="4389120" y="0"/>
            <a:ext cx="9753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20640" y="1234440"/>
            <a:ext cx="6339840" cy="2743200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20640" y="4251960"/>
            <a:ext cx="6339840" cy="13716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2"/>
                </a:solidFill>
              </a:defRPr>
            </a:lvl1pPr>
            <a:lvl2pPr marL="0" indent="0" algn="l">
              <a:buNone/>
              <a:defRPr sz="1800">
                <a:solidFill>
                  <a:schemeClr val="tx2"/>
                </a:solidFill>
              </a:defRPr>
            </a:lvl2pPr>
            <a:lvl3pPr marL="0" indent="0" algn="l">
              <a:buNone/>
              <a:defRPr sz="1600">
                <a:solidFill>
                  <a:schemeClr val="tx2"/>
                </a:solidFill>
              </a:defRPr>
            </a:lvl3pPr>
            <a:lvl4pPr marL="0" indent="0" algn="l">
              <a:buNone/>
              <a:defRPr sz="1400">
                <a:solidFill>
                  <a:schemeClr val="tx2"/>
                </a:solidFill>
              </a:defRPr>
            </a:lvl4pPr>
            <a:lvl5pPr marL="0" indent="0" algn="l">
              <a:buNone/>
              <a:defRPr sz="1400">
                <a:solidFill>
                  <a:schemeClr val="tx2"/>
                </a:solidFill>
              </a:defRPr>
            </a:lvl5pPr>
          </a:lstStyle>
          <a:p>
            <a:r>
              <a:rPr lang="en-US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F44CE-6894-45F5-9FFF-6D757196050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5C68-4824-4D91-B065-6B33E4336DF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F44CE-6894-45F5-9FFF-6D757196050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5C68-4824-4D91-B065-6B33E4336DF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36"/>
          <p:cNvSpPr/>
          <p:nvPr userDrawn="1"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</p:sp>
      <p:sp>
        <p:nvSpPr>
          <p:cNvPr id="8" name="Decoration 137"/>
          <p:cNvSpPr/>
          <p:nvPr userDrawn="1"/>
        </p:nvSpPr>
        <p:spPr>
          <a:xfrm>
            <a:off x="4389120" y="0"/>
            <a:ext cx="9753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0640" y="1508760"/>
            <a:ext cx="6339840" cy="3017520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0640" y="4732020"/>
            <a:ext cx="6339840" cy="1371600"/>
          </a:xfrm>
        </p:spPr>
        <p:txBody>
          <a:bodyPr anchor="t"/>
          <a:lstStyle>
            <a:lvl1pPr marL="0" indent="0" algn="l">
              <a:buNone/>
              <a:defRPr sz="2000"/>
            </a:lvl1pPr>
            <a:lvl2pPr marL="0" indent="0" algn="l">
              <a:buNone/>
              <a:defRPr sz="1800"/>
            </a:lvl2pPr>
            <a:lvl3pPr marL="0" indent="0" algn="l">
              <a:buNone/>
              <a:defRPr sz="1600"/>
            </a:lvl3pPr>
            <a:lvl4pPr marL="0" indent="0" algn="l">
              <a:buNone/>
              <a:defRPr sz="1400"/>
            </a:lvl4pPr>
            <a:lvl5pPr marL="0" indent="0" algn="l">
              <a:buNone/>
              <a:defRPr sz="14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F44CE-6894-45F5-9FFF-6D757196050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5C68-4824-4D91-B065-6B33E4336DF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00"/>
            <a:ext cx="5105400" cy="435140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F44CE-6894-45F5-9FFF-6D757196050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5C68-4824-4D91-B065-6B33E4336DF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211809"/>
          </a:xfrm>
        </p:spPr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82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720672"/>
            <a:ext cx="5105400" cy="84147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62149"/>
            <a:ext cx="5105400" cy="3610051"/>
          </a:xfrm>
        </p:spPr>
        <p:txBody>
          <a:bodyPr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F44CE-6894-45F5-9FFF-6D7571960508}" type="datetimeFigureOut">
              <a:rPr lang="en-US"/>
              <a:t>1/1/2026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5C68-4824-4D91-B065-6B33E4336DF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F44CE-6894-45F5-9FFF-6D7571960508}" type="datetimeFigureOut">
              <a:rPr lang="en-US"/>
              <a:t>1/1/2026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5C68-4824-4D91-B065-6B33E4336DF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F44CE-6894-45F5-9FFF-6D7571960508}" type="datetimeFigureOut">
              <a:rPr lang="en-US"/>
              <a:t>1/1/2026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5C68-4824-4D91-B065-6B33E4336DF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F44CE-6894-45F5-9FFF-6D757196050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5C68-4824-4D91-B065-6B33E4336DF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7429"/>
            <a:ext cx="3920947" cy="159997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40757" y="914171"/>
            <a:ext cx="6213043" cy="50296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85771"/>
            <a:ext cx="3920947" cy="365805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r>
              <a:rPr lang="en-US"/>
              <a:t>Master text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F44CE-6894-45F5-9FFF-6D7571960508}" type="datetimeFigureOut">
              <a:rPr lang="en-US"/>
              <a:t>1/1/2026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5C68-4824-4D91-B065-6B33E4336DF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F44CE-6894-45F5-9FFF-6D757196050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5C68-4824-4D91-B065-6B33E4336DF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orient="vert"/>
          </p:nvPr>
        </p:nvSpPr>
        <p:spPr>
          <a:xfrm>
            <a:off x="8953195" y="365531"/>
            <a:ext cx="2400605" cy="5811470"/>
          </a:xfrm>
        </p:spPr>
        <p:txBody>
          <a:bodyPr vert="eaVert"/>
          <a:lstStyle/>
          <a:p>
            <a:r>
              <a:rPr lang="en-US"/>
              <a:t>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531"/>
            <a:ext cx="7810195" cy="5811470"/>
          </a:xfrm>
        </p:spPr>
        <p:txBody>
          <a:bodyPr vert="eaVert"/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F44CE-6894-45F5-9FFF-6D757196050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95C68-4824-4D91-B065-6B33E4336DF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edg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ecoration 138"/>
          <p:cNvSpPr/>
          <p:nvPr userDrawn="1"/>
        </p:nvSpPr>
        <p:spPr>
          <a:xfrm>
            <a:off x="512064" y="548640"/>
            <a:ext cx="19050" cy="5760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531"/>
            <a:ext cx="10515600" cy="14525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00"/>
            <a:ext cx="10515600" cy="43514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Master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87F44CE-6894-45F5-9FFF-6D7571960508}" type="datetimeFigureOut">
              <a:rPr lang="en-US"/>
              <a:t>1/1/2026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355994"/>
            <a:ext cx="39624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5994"/>
            <a:ext cx="2743200" cy="36553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A7395C68-4824-4D91-B065-6B33E4336DF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1"/>
        </a:buClr>
        <a:buFont typeface="Arial"/>
        <a:buChar char="■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■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/>
        <a:buChar char="■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/ppt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entered 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</p:sld>
</file>

<file path=ppt/theme/theme1.xml><?xml version="1.0" encoding="utf-8"?>
<a:theme xmlns:a="http://schemas.openxmlformats.org/drawingml/2006/main" name="Default Theme">
  <a:themeElements>
    <a:clrScheme name="Default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edger">
  <a:themeElements>
    <a:clrScheme name="Ledger Navy">
      <a:dk1>
        <a:srgbClr val="1A2030"/>
      </a:dk1>
      <a:lt1>
        <a:srgbClr val="FDFDFC"/>
      </a:lt1>
      <a:dk2>
        <a:srgbClr val="4B566E"/>
      </a:dk2>
      <a:lt2>
        <a:srgbClr val="E9EDF3"/>
      </a:lt2>
      <a:accent1>
        <a:srgbClr val="1F3864"/>
      </a:accent1>
      <a:accent2>
        <a:srgbClr val="C08B2C"/>
      </a:accent2>
      <a:accent3>
        <a:srgbClr val="3F8A7A"/>
      </a:accent3>
      <a:accent4>
        <a:srgbClr val="A3445A"/>
      </a:accent4>
      <a:accent5>
        <a:srgbClr val="6A5AA0"/>
      </a:accent5>
      <a:accent6>
        <a:srgbClr val="8A8F99"/>
      </a:accent6>
      <a:hlink>
        <a:srgbClr val="1F3864"/>
      </a:hlink>
      <a:folHlink>
        <a:srgbClr val="6A5AA0"/>
      </a:folHlink>
    </a:clrScheme>
    <a:fontScheme name="Georgia-Arial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Flat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3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</a:schemeClr>
            </a:gs>
            <a:gs pos="100000">
              <a:schemeClr val="phClr">
                <a:shade val="9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0000"/>
              </a:schemeClr>
            </a:gs>
            <a:gs pos="100000">
              <a:schemeClr val="phClr">
                <a:shade val="78000"/>
              </a:schemeClr>
            </a:gs>
          </a:gsLst>
          <a:path path="circle">
            <a:fillToRect l="50000" t="30000" r="50000" b="7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@office-kit/pptx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</cp:coreProperties>
</file>