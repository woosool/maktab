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92"/>
          <p:cNvSpPr/>
          <p:nvPr userDrawn="1"/>
        </p:nvSpPr>
        <p:spPr>
          <a:xfrm>
            <a:off x="0" y="0"/>
            <a:ext cx="1219200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93"/>
          <p:cNvSpPr/>
          <p:nvPr userDrawn="1"/>
        </p:nvSpPr>
        <p:spPr>
          <a:xfrm>
            <a:off x="0" y="1645920"/>
            <a:ext cx="12192000" cy="82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394"/>
          <p:cNvSpPr/>
          <p:nvPr userDrawn="1"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057400"/>
            <a:ext cx="9753600" cy="2057400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320540"/>
            <a:ext cx="9753600" cy="109728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resco"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95"/>
          <p:cNvSpPr/>
          <p:nvPr userDrawn="1"/>
        </p:nvSpPr>
        <p:spPr>
          <a:xfrm>
            <a:off x="0" y="0"/>
            <a:ext cx="12192000" cy="3771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96"/>
          <p:cNvSpPr/>
          <p:nvPr userDrawn="1"/>
        </p:nvSpPr>
        <p:spPr>
          <a:xfrm>
            <a:off x="0" y="377190"/>
            <a:ext cx="1219200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F01C184-799C-451F-9D31-D32F644E4F0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A1D4376-FB24-4641-9248-3D974C49F9B6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resco">
  <a:themeElements>
    <a:clrScheme name="Fresco Night">
      <a:dk1>
        <a:srgbClr val="1A1714"/>
      </a:dk1>
      <a:lt1>
        <a:srgbClr val="F2ECE4"/>
      </a:lt1>
      <a:dk2>
        <a:srgbClr val="2C2722"/>
      </a:dk2>
      <a:lt2>
        <a:srgbClr val="C4B8A8"/>
      </a:lt2>
      <a:accent1>
        <a:srgbClr val="E0915E"/>
      </a:accent1>
      <a:accent2>
        <a:srgbClr val="8FC0C8"/>
      </a:accent2>
      <a:accent3>
        <a:srgbClr val="E8C870"/>
      </a:accent3>
      <a:accent4>
        <a:srgbClr val="A8C088"/>
      </a:accent4>
      <a:accent5>
        <a:srgbClr val="D0A0C0"/>
      </a:accent5>
      <a:accent6>
        <a:srgbClr val="C8B8A0"/>
      </a:accent6>
      <a:hlink>
        <a:srgbClr val="9AD0D8"/>
      </a:hlink>
      <a:folHlink>
        <a:srgbClr val="E0B8D8"/>
      </a:folHlink>
    </a:clrScheme>
    <a:fontScheme name="Georgia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