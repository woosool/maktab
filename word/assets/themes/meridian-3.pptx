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"/>
          <p:cNvSpPr/>
          <p:nvPr userDrawn="1"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4"/>
          <p:cNvSpPr/>
          <p:nvPr userDrawn="1"/>
        </p:nvSpPr>
        <p:spPr>
          <a:xfrm>
            <a:off x="8778240" y="0"/>
            <a:ext cx="14630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07136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70713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5"/>
          <p:cNvSpPr/>
          <p:nvPr userDrawn="1"/>
        </p:nvSpPr>
        <p:spPr>
          <a:xfrm>
            <a:off x="975360" y="4800600"/>
            <a:ext cx="219456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371600"/>
            <a:ext cx="10241280" cy="315468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5074920"/>
            <a:ext cx="10241280" cy="109728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6"/>
          <p:cNvSpPr/>
          <p:nvPr userDrawn="1"/>
        </p:nvSpPr>
        <p:spPr>
          <a:xfrm>
            <a:off x="487680" y="617220"/>
            <a:ext cx="7315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4E83EA-B63F-4C37-A95D-68DF62A45E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AEA72B4-39CD-4242-A06F-29F86584656A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ridian">
  <a:themeElements>
    <a:clrScheme name="Meridian Night">
      <a:dk1>
        <a:srgbClr val="121B24"/>
      </a:dk1>
      <a:lt1>
        <a:srgbClr val="F0F4F8"/>
      </a:lt1>
      <a:dk2>
        <a:srgbClr val="1F2C39"/>
      </a:dk2>
      <a:lt2>
        <a:srgbClr val="A9B8C6"/>
      </a:lt2>
      <a:accent1>
        <a:srgbClr val="3F8FB0"/>
      </a:accent1>
      <a:accent2>
        <a:srgbClr val="F2A541"/>
      </a:accent2>
      <a:accent3>
        <a:srgbClr val="5FBF8F"/>
      </a:accent3>
      <a:accent4>
        <a:srgbClr val="E2735C"/>
      </a:accent4>
      <a:accent5>
        <a:srgbClr val="9A8AD0"/>
      </a:accent5>
      <a:accent6>
        <a:srgbClr val="7AA0C0"/>
      </a:accent6>
      <a:hlink>
        <a:srgbClr val="6FC0E0"/>
      </a:hlink>
      <a:folHlink>
        <a:srgbClr val="B8A8F0"/>
      </a:folHlink>
    </a:clrScheme>
    <a:fontScheme name="Trebuchet MS-Trebuchet M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