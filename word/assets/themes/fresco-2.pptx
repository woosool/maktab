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87"/>
          <p:cNvSpPr/>
          <p:nvPr userDrawn="1"/>
        </p:nvSpPr>
        <p:spPr>
          <a:xfrm>
            <a:off x="0" y="0"/>
            <a:ext cx="1219200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88"/>
          <p:cNvSpPr/>
          <p:nvPr userDrawn="1"/>
        </p:nvSpPr>
        <p:spPr>
          <a:xfrm>
            <a:off x="0" y="1645920"/>
            <a:ext cx="12192000" cy="822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389"/>
          <p:cNvSpPr/>
          <p:nvPr userDrawn="1"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057400"/>
            <a:ext cx="9753600" cy="2057400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320540"/>
            <a:ext cx="9753600" cy="109728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CAF0-4A0E-4A10-AAD5-2A115173956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E185-3330-4BC3-8888-499FDB29F6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CAF0-4A0E-4A10-AAD5-2A115173956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E185-3330-4BC3-8888-499FDB29F6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CAF0-4A0E-4A10-AAD5-2A115173956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E185-3330-4BC3-8888-499FDB29F6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CAF0-4A0E-4A10-AAD5-2A115173956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E185-3330-4BC3-8888-499FDB29F6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CAF0-4A0E-4A10-AAD5-2A115173956F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E185-3330-4BC3-8888-499FDB29F6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CAF0-4A0E-4A10-AAD5-2A115173956F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E185-3330-4BC3-8888-499FDB29F6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CAF0-4A0E-4A10-AAD5-2A115173956F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E185-3330-4BC3-8888-499FDB29F6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CAF0-4A0E-4A10-AAD5-2A115173956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E185-3330-4BC3-8888-499FDB29F6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CAF0-4A0E-4A10-AAD5-2A115173956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E185-3330-4BC3-8888-499FDB29F6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CAF0-4A0E-4A10-AAD5-2A115173956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E185-3330-4BC3-8888-499FDB29F6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CAF0-4A0E-4A10-AAD5-2A115173956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E185-3330-4BC3-8888-499FDB29F6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resco"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90"/>
          <p:cNvSpPr/>
          <p:nvPr userDrawn="1"/>
        </p:nvSpPr>
        <p:spPr>
          <a:xfrm>
            <a:off x="0" y="0"/>
            <a:ext cx="12192000" cy="3771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91"/>
          <p:cNvSpPr/>
          <p:nvPr userDrawn="1"/>
        </p:nvSpPr>
        <p:spPr>
          <a:xfrm>
            <a:off x="0" y="377190"/>
            <a:ext cx="1219200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F43CAF0-4A0E-4A10-AAD5-2A115173956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609E185-3330-4BC3-8888-499FDB29F61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resco">
  <a:themeElements>
    <a:clrScheme name="Fresco Azure">
      <a:dk1>
        <a:srgbClr val="1F2A33"/>
      </a:dk1>
      <a:lt1>
        <a:srgbClr val="F7F9FA"/>
      </a:lt1>
      <a:dk2>
        <a:srgbClr val="55666F"/>
      </a:dk2>
      <a:lt2>
        <a:srgbClr val="DFE8EC"/>
      </a:lt2>
      <a:accent1>
        <a:srgbClr val="2F6F9A"/>
      </a:accent1>
      <a:accent2>
        <a:srgbClr val="C98A3A"/>
      </a:accent2>
      <a:accent3>
        <a:srgbClr val="8A4A4A"/>
      </a:accent3>
      <a:accent4>
        <a:srgbClr val="5A8A5A"/>
      </a:accent4>
      <a:accent5>
        <a:srgbClr val="7A6AA0"/>
      </a:accent5>
      <a:accent6>
        <a:srgbClr val="8A98A0"/>
      </a:accent6>
      <a:hlink>
        <a:srgbClr val="2F6F9A"/>
      </a:hlink>
      <a:folHlink>
        <a:srgbClr val="7A6AA0"/>
      </a:folHlink>
    </a:clrScheme>
    <a:fontScheme name="Georgia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