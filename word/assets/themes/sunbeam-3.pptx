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57"/>
          <p:cNvSpPr/>
          <p:nvPr userDrawn="1"/>
        </p:nvSpPr>
        <p:spPr>
          <a:xfrm>
            <a:off x="9022080" y="-1371600"/>
            <a:ext cx="4389120" cy="4389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58"/>
          <p:cNvSpPr/>
          <p:nvPr userDrawn="1"/>
        </p:nvSpPr>
        <p:spPr>
          <a:xfrm>
            <a:off x="8534400" y="-1783080"/>
            <a:ext cx="5608320" cy="5608320"/>
          </a:xfrm>
          <a:prstGeom prst="ellipse">
            <a:avLst/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</p:sp>
      <p:sp>
        <p:nvSpPr>
          <p:cNvPr id="9" name="Decoration 359"/>
          <p:cNvSpPr/>
          <p:nvPr userDrawn="1"/>
        </p:nvSpPr>
        <p:spPr>
          <a:xfrm>
            <a:off x="8046720" y="-2194560"/>
            <a:ext cx="6827520" cy="6827520"/>
          </a:xfrm>
          <a:prstGeom prst="ellipse">
            <a:avLst/>
          </a:prstGeom>
          <a:noFill/>
          <a:ln w="15875">
            <a:solidFill>
              <a:schemeClr val="accent2">
                <a:alpha val="50000"/>
              </a:schemeClr>
            </a:solidFill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057400"/>
            <a:ext cx="7559040" cy="219456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457700"/>
            <a:ext cx="682752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unb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60"/>
          <p:cNvSpPr/>
          <p:nvPr userDrawn="1"/>
        </p:nvSpPr>
        <p:spPr>
          <a:xfrm>
            <a:off x="268224" y="240030"/>
            <a:ext cx="11655552" cy="6377940"/>
          </a:xfrm>
          <a:prstGeom prst="roundRect">
            <a:avLst>
              <a:gd name="adj" fmla="val 3500"/>
            </a:avLst>
          </a:prstGeom>
          <a:noFill/>
          <a:ln w="25400">
            <a:solidFill>
              <a:schemeClr val="accent1"/>
            </a:solidFill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6269A8-E6A1-4C93-9A07-7204D54B05C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BF01496-1F6A-41EF-B8A3-FDF1C0E30E19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nbeam">
  <a:themeElements>
    <a:clrScheme name="Sunbeam Dusk">
      <a:dk1>
        <a:srgbClr val="1D1A12"/>
      </a:dk1>
      <a:lt1>
        <a:srgbClr val="F7F3E8"/>
      </a:lt1>
      <a:dk2>
        <a:srgbClr val="302B1E"/>
      </a:dk2>
      <a:lt2>
        <a:srgbClr val="C8BFA5"/>
      </a:lt2>
      <a:accent1>
        <a:srgbClr val="FFC23D"/>
      </a:accent1>
      <a:accent2>
        <a:srgbClr val="FF7F50"/>
      </a:accent2>
      <a:accent3>
        <a:srgbClr val="6FC0E0"/>
      </a:accent3>
      <a:accent4>
        <a:srgbClr val="9AD07A"/>
      </a:accent4>
      <a:accent5>
        <a:srgbClr val="D8A0E8"/>
      </a:accent5>
      <a:accent6>
        <a:srgbClr val="D0C090"/>
      </a:accent6>
      <a:hlink>
        <a:srgbClr val="8FD0F0"/>
      </a:hlink>
      <a:folHlink>
        <a:srgbClr val="E0B8F0"/>
      </a:folHlink>
    </a:clrScheme>
    <a:fontScheme name="Trebuchet MS-Georgia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