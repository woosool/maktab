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1">
          <a:gsLst>
            <a:gs pos="0">
              <a:schemeClr val="accent1">
                <a:lumMod val="60000"/>
                <a:lumOff val="40000"/>
              </a:schemeClr>
            </a:gs>
            <a:gs pos="62000">
              <a:schemeClr val="bg1"/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417"/>
          <p:cNvSpPr/>
          <p:nvPr userDrawn="1"/>
        </p:nvSpPr>
        <p:spPr>
          <a:xfrm>
            <a:off x="0" y="4251960"/>
            <a:ext cx="12192000" cy="2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418"/>
          <p:cNvSpPr/>
          <p:nvPr userDrawn="1"/>
        </p:nvSpPr>
        <p:spPr>
          <a:xfrm>
            <a:off x="0" y="4251960"/>
            <a:ext cx="12192000" cy="2606040"/>
          </a:xfrm>
          <a:prstGeom prst="rect">
            <a:avLst/>
          </a:prstGeom>
          <a:solidFill>
            <a:schemeClr val="accent1">
              <a:alpha val="12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1969"/>
            <a:ext cx="9144000" cy="238727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1136"/>
            <a:ext cx="9144000" cy="1655521"/>
          </a:xfrm>
        </p:spPr>
        <p:txBody>
          <a:bodyPr/>
          <a:lstStyle>
            <a:lvl1pPr marL="0" algn="ctr" indent="0">
              <a:buNone/>
              <a:defRPr sz="2400"/>
            </a:lvl1pPr>
            <a:lvl2pPr marL="0" algn="ctr" indent="0">
              <a:buNone/>
              <a:defRPr sz="2000"/>
            </a:lvl2pPr>
            <a:lvl3pPr marL="0" algn="ctr" indent="0">
              <a:buNone/>
              <a:defRPr sz="1800"/>
            </a:lvl3pPr>
            <a:lvl4pPr marL="0" algn="ctr" indent="0">
              <a:buNone/>
              <a:defRPr sz="1600"/>
            </a:lvl4pPr>
            <a:lvl5pPr marL="0" algn="ctr" indent="0">
              <a:buNone/>
              <a:defRPr sz="1600"/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D25D5-749C-49AE-9AEE-A60F4C8D152A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1E4ED-2F41-443D-8561-2100B189E41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D25D5-749C-49AE-9AEE-A60F4C8D152A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1E4ED-2F41-443D-8561-2100B189E41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D25D5-749C-49AE-9AEE-A60F4C8D152A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1E4ED-2F41-443D-8561-2100B189E41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D25D5-749C-49AE-9AEE-A60F4C8D152A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1E4ED-2F41-443D-8561-2100B189E41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D25D5-749C-49AE-9AEE-A60F4C8D152A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1E4ED-2F41-443D-8561-2100B189E41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D25D5-749C-49AE-9AEE-A60F4C8D152A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1E4ED-2F41-443D-8561-2100B189E41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D25D5-749C-49AE-9AEE-A60F4C8D152A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1E4ED-2F41-443D-8561-2100B189E41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D25D5-749C-49AE-9AEE-A60F4C8D152A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1E4ED-2F41-443D-8561-2100B189E41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D25D5-749C-49AE-9AEE-A60F4C8D152A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1E4ED-2F41-443D-8561-2100B189E41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D25D5-749C-49AE-9AEE-A60F4C8D152A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1E4ED-2F41-443D-8561-2100B189E41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D25D5-749C-49AE-9AEE-A60F4C8D152A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1E4ED-2F41-443D-8561-2100B189E41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Horizon">
    <p:bg>
      <p:bgPr>
        <a:gradFill rotWithShape="1">
          <a:gsLst>
            <a:gs pos="0">
              <a:schemeClr val="bg2"/>
            </a:gs>
            <a:gs pos="70000">
              <a:schemeClr val="bg1"/>
            </a:gs>
            <a:gs pos="100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419"/>
          <p:cNvSpPr/>
          <p:nvPr userDrawn="1"/>
        </p:nvSpPr>
        <p:spPr>
          <a:xfrm>
            <a:off x="0" y="6206490"/>
            <a:ext cx="12192000" cy="19050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3AD25D5-749C-49AE-9AEE-A60F4C8D152A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B81E4ED-2F41-443D-8561-2100B189E414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orizon">
  <a:themeElements>
    <a:clrScheme name="Horizon">
      <a:dk1>
        <a:srgbClr val="1D2B3A"/>
      </a:dk1>
      <a:lt1>
        <a:srgbClr val="FFFFFF"/>
      </a:lt1>
      <a:dk2>
        <a:srgbClr val="4F6378"/>
      </a:dk2>
      <a:lt2>
        <a:srgbClr val="E3EEF8"/>
      </a:lt2>
      <a:accent1>
        <a:srgbClr val="2B6CB0"/>
      </a:accent1>
      <a:accent2>
        <a:srgbClr val="F6AD55"/>
      </a:accent2>
      <a:accent3>
        <a:srgbClr val="38A169"/>
      </a:accent3>
      <a:accent4>
        <a:srgbClr val="E53E3E"/>
      </a:accent4>
      <a:accent5>
        <a:srgbClr val="805AD5"/>
      </a:accent5>
      <a:accent6>
        <a:srgbClr val="718096"/>
      </a:accent6>
      <a:hlink>
        <a:srgbClr val="2B6CB0"/>
      </a:hlink>
      <a:folHlink>
        <a:srgbClr val="805AD5"/>
      </a:folHlink>
    </a:clrScheme>
    <a:fontScheme name="Trebuchet MS-Verdana">
      <a:majorFont>
        <a:latin typeface="Trebuchet MS"/>
        <a:ea typeface=""/>
        <a:cs typeface=""/>
      </a:majorFont>
      <a:minorFont>
        <a:latin typeface="Verdana"/>
        <a:ea typeface=""/>
        <a:cs typeface=""/>
      </a:minorFont>
    </a:fontScheme>
    <a:fmtScheme name="Soft Shadow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