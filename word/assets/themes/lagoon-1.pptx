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90"/>
          <p:cNvSpPr/>
          <p:nvPr userDrawn="1"/>
        </p:nvSpPr>
        <p:spPr>
          <a:xfrm>
            <a:off x="0" y="4251960"/>
            <a:ext cx="12192000" cy="2606040"/>
          </a:xfrm>
          <a:custGeom>
            <a:avLst/>
            <a:gdLst/>
            <a:ahLst/>
            <a:cxnLst/>
            <a:rect l="0" t="0" r="r" b="b"/>
            <a:pathLst>
              <a:path w="12192000" h="2606040">
                <a:moveTo>
                  <a:pt x="0" y="1303020"/>
                </a:moveTo>
                <a:cubicBezTo>
                  <a:pt x="2682240" y="130302"/>
                  <a:pt x="5852160" y="2475738"/>
                  <a:pt x="9022080" y="1094537"/>
                </a:cubicBezTo>
                <a:cubicBezTo>
                  <a:pt x="10485120" y="469087"/>
                  <a:pt x="11582400" y="573329"/>
                  <a:pt x="12192000" y="781812"/>
                </a:cubicBezTo>
                <a:lnTo>
                  <a:pt x="12192000" y="2606040"/>
                </a:lnTo>
                <a:lnTo>
                  <a:pt x="0" y="2606040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noFill/>
          </a:ln>
        </p:spPr>
      </p:sp>
      <p:sp>
        <p:nvSpPr>
          <p:cNvPr id="8" name="Decoration 91"/>
          <p:cNvSpPr/>
          <p:nvPr userDrawn="1"/>
        </p:nvSpPr>
        <p:spPr>
          <a:xfrm>
            <a:off x="0" y="4937760"/>
            <a:ext cx="12192000" cy="1920240"/>
          </a:xfrm>
          <a:custGeom>
            <a:avLst/>
            <a:gdLst/>
            <a:ahLst/>
            <a:cxnLst/>
            <a:rect l="0" t="0" r="r" b="b"/>
            <a:pathLst>
              <a:path w="12192000" h="1920240">
                <a:moveTo>
                  <a:pt x="0" y="672084"/>
                </a:moveTo>
                <a:cubicBezTo>
                  <a:pt x="2682240" y="96012"/>
                  <a:pt x="5852160" y="1824228"/>
                  <a:pt x="9022080" y="806501"/>
                </a:cubicBezTo>
                <a:cubicBezTo>
                  <a:pt x="10485120" y="345643"/>
                  <a:pt x="11582400" y="422453"/>
                  <a:pt x="12192000" y="576072"/>
                </a:cubicBezTo>
                <a:lnTo>
                  <a:pt x="12192000" y="1920240"/>
                </a:lnTo>
                <a:lnTo>
                  <a:pt x="0" y="1920240"/>
                </a:lnTo>
                <a:close/>
              </a:path>
            </a:pathLst>
          </a:custGeom>
          <a:solidFill>
            <a:schemeClr val="accent2">
              <a:alpha val="35000"/>
            </a:schemeClr>
          </a:solidFill>
          <a:ln>
            <a:noFill/>
          </a:ln>
        </p:spPr>
      </p:sp>
      <p:sp>
        <p:nvSpPr>
          <p:cNvPr id="9" name="Decoration 92"/>
          <p:cNvSpPr/>
          <p:nvPr userDrawn="1"/>
        </p:nvSpPr>
        <p:spPr>
          <a:xfrm>
            <a:off x="0" y="5760720"/>
            <a:ext cx="12192000" cy="1097280"/>
          </a:xfrm>
          <a:custGeom>
            <a:avLst/>
            <a:gdLst/>
            <a:ahLst/>
            <a:cxnLst/>
            <a:rect l="0" t="0" r="r" b="b"/>
            <a:pathLst>
              <a:path w="12192000" h="1097280">
                <a:moveTo>
                  <a:pt x="0" y="438912"/>
                </a:moveTo>
                <a:cubicBezTo>
                  <a:pt x="2682240" y="54864"/>
                  <a:pt x="5852160" y="1042416"/>
                  <a:pt x="9022080" y="460858"/>
                </a:cubicBezTo>
                <a:cubicBezTo>
                  <a:pt x="10485120" y="197510"/>
                  <a:pt x="11582400" y="241402"/>
                  <a:pt x="12192000" y="329184"/>
                </a:cubicBezTo>
                <a:lnTo>
                  <a:pt x="12192000" y="1097280"/>
                </a:lnTo>
                <a:lnTo>
                  <a:pt x="0" y="109728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822960"/>
            <a:ext cx="9753600" cy="233172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291840"/>
            <a:ext cx="9753600" cy="96012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agoon">
    <p:bg>
      <p:bgPr>
        <a:gradFill rotWithShape="1">
          <a:gsLst>
            <a:gs pos="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93"/>
          <p:cNvSpPr/>
          <p:nvPr userDrawn="1"/>
        </p:nvSpPr>
        <p:spPr>
          <a:xfrm>
            <a:off x="0" y="5897880"/>
            <a:ext cx="12192000" cy="960120"/>
          </a:xfrm>
          <a:custGeom>
            <a:avLst/>
            <a:gdLst/>
            <a:ahLst/>
            <a:cxnLst/>
            <a:rect l="0" t="0" r="r" b="b"/>
            <a:pathLst>
              <a:path w="12192000" h="960120">
                <a:moveTo>
                  <a:pt x="0" y="480060"/>
                </a:moveTo>
                <a:cubicBezTo>
                  <a:pt x="2682240" y="48006"/>
                  <a:pt x="5852160" y="912114"/>
                  <a:pt x="9022080" y="403250"/>
                </a:cubicBezTo>
                <a:cubicBezTo>
                  <a:pt x="10485120" y="172822"/>
                  <a:pt x="11582400" y="211226"/>
                  <a:pt x="12192000" y="288036"/>
                </a:cubicBezTo>
                <a:lnTo>
                  <a:pt x="12192000" y="960120"/>
                </a:lnTo>
                <a:lnTo>
                  <a:pt x="0" y="96012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</p:sp>
      <p:sp>
        <p:nvSpPr>
          <p:cNvPr id="8" name="Decoration 94"/>
          <p:cNvSpPr/>
          <p:nvPr userDrawn="1"/>
        </p:nvSpPr>
        <p:spPr>
          <a:xfrm>
            <a:off x="0" y="6172200"/>
            <a:ext cx="12192000" cy="685800"/>
          </a:xfrm>
          <a:custGeom>
            <a:avLst/>
            <a:gdLst/>
            <a:ahLst/>
            <a:cxnLst/>
            <a:rect l="0" t="0" r="r" b="b"/>
            <a:pathLst>
              <a:path w="12192000" h="685800">
                <a:moveTo>
                  <a:pt x="0" y="205740"/>
                </a:moveTo>
                <a:cubicBezTo>
                  <a:pt x="2682240" y="34290"/>
                  <a:pt x="5852160" y="651510"/>
                  <a:pt x="9022080" y="288036"/>
                </a:cubicBezTo>
                <a:cubicBezTo>
                  <a:pt x="10485120" y="123444"/>
                  <a:pt x="11582400" y="150876"/>
                  <a:pt x="12192000" y="205740"/>
                </a:cubicBezTo>
                <a:lnTo>
                  <a:pt x="121920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ADAACB-5B11-4DBB-AC42-68982AEC2AB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01CA71-D676-48F7-A931-489CE65DD38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goon">
  <a:themeElements>
    <a:clrScheme name="Lagoon Reef">
      <a:dk1>
        <a:srgbClr val="1D2B38"/>
      </a:dk1>
      <a:lt1>
        <a:srgbClr val="F7FBFD"/>
      </a:lt1>
      <a:dk2>
        <a:srgbClr val="4A6478"/>
      </a:dk2>
      <a:lt2>
        <a:srgbClr val="D9ECF6"/>
      </a:lt2>
      <a:accent1>
        <a:srgbClr val="1C74B8"/>
      </a:accent1>
      <a:accent2>
        <a:srgbClr val="26B5A6"/>
      </a:accent2>
      <a:accent3>
        <a:srgbClr val="FF8C69"/>
      </a:accent3>
      <a:accent4>
        <a:srgbClr val="F2C14E"/>
      </a:accent4>
      <a:accent5>
        <a:srgbClr val="8F6ED5"/>
      </a:accent5>
      <a:accent6>
        <a:srgbClr val="63A35C"/>
      </a:accent6>
      <a:hlink>
        <a:srgbClr val="1C74B8"/>
      </a:hlink>
      <a:folHlink>
        <a:srgbClr val="8F6ED5"/>
      </a:folHlink>
    </a:clrScheme>
    <a:fontScheme name="Tahoma-Verdana">
      <a:majorFont>
        <a:latin typeface="Tahoma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