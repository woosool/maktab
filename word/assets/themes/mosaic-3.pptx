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30"/>
          <p:cNvSpPr/>
          <p:nvPr userDrawn="1"/>
        </p:nvSpPr>
        <p:spPr>
          <a:xfrm>
            <a:off x="7559040" y="82296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31"/>
          <p:cNvSpPr/>
          <p:nvPr userDrawn="1"/>
        </p:nvSpPr>
        <p:spPr>
          <a:xfrm>
            <a:off x="9022080" y="822960"/>
            <a:ext cx="12192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32"/>
          <p:cNvSpPr/>
          <p:nvPr userDrawn="1"/>
        </p:nvSpPr>
        <p:spPr>
          <a:xfrm>
            <a:off x="10485120" y="82296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33"/>
          <p:cNvSpPr/>
          <p:nvPr userDrawn="1"/>
        </p:nvSpPr>
        <p:spPr>
          <a:xfrm>
            <a:off x="7559040" y="2286000"/>
            <a:ext cx="1219200" cy="1219200"/>
          </a:xfrm>
          <a:prstGeom prst="rect">
            <a:avLst/>
          </a:prstGeom>
          <a:solidFill>
            <a:schemeClr val="accent4">
              <a:alpha val="55000"/>
            </a:schemeClr>
          </a:solidFill>
          <a:ln>
            <a:noFill/>
          </a:ln>
        </p:spPr>
      </p:sp>
      <p:sp>
        <p:nvSpPr>
          <p:cNvPr id="11" name="Decoration 334"/>
          <p:cNvSpPr/>
          <p:nvPr userDrawn="1"/>
        </p:nvSpPr>
        <p:spPr>
          <a:xfrm>
            <a:off x="9022080" y="2286000"/>
            <a:ext cx="1219200" cy="121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35"/>
          <p:cNvSpPr/>
          <p:nvPr userDrawn="1"/>
        </p:nvSpPr>
        <p:spPr>
          <a:xfrm>
            <a:off x="10485120" y="2286000"/>
            <a:ext cx="1219200" cy="1219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" name="Decoration 336"/>
          <p:cNvSpPr/>
          <p:nvPr userDrawn="1"/>
        </p:nvSpPr>
        <p:spPr>
          <a:xfrm>
            <a:off x="7559040" y="374904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Decoration 337"/>
          <p:cNvSpPr/>
          <p:nvPr userDrawn="1"/>
        </p:nvSpPr>
        <p:spPr>
          <a:xfrm>
            <a:off x="9022080" y="3749040"/>
            <a:ext cx="1219200" cy="121920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15" name="Decoration 338"/>
          <p:cNvSpPr/>
          <p:nvPr userDrawn="1"/>
        </p:nvSpPr>
        <p:spPr>
          <a:xfrm>
            <a:off x="10485120" y="374904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sa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39"/>
          <p:cNvSpPr/>
          <p:nvPr userDrawn="1"/>
        </p:nvSpPr>
        <p:spPr>
          <a:xfrm>
            <a:off x="8412480" y="34290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40"/>
          <p:cNvSpPr/>
          <p:nvPr userDrawn="1"/>
        </p:nvSpPr>
        <p:spPr>
          <a:xfrm>
            <a:off x="8875776" y="34290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41"/>
          <p:cNvSpPr/>
          <p:nvPr userDrawn="1"/>
        </p:nvSpPr>
        <p:spPr>
          <a:xfrm>
            <a:off x="9339072" y="34290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42"/>
          <p:cNvSpPr/>
          <p:nvPr userDrawn="1"/>
        </p:nvSpPr>
        <p:spPr>
          <a:xfrm>
            <a:off x="9802368" y="34290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Decoration 343"/>
          <p:cNvSpPr/>
          <p:nvPr userDrawn="1"/>
        </p:nvSpPr>
        <p:spPr>
          <a:xfrm>
            <a:off x="10265664" y="34290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44"/>
          <p:cNvSpPr/>
          <p:nvPr userDrawn="1"/>
        </p:nvSpPr>
        <p:spPr>
          <a:xfrm>
            <a:off x="10728960" y="34290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0D26C9E-C52D-4B20-BF4D-4B84EC9D81DD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78A1930-69C9-4DAA-A36D-EDEFE69DEBA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saic">
  <a:themeElements>
    <a:clrScheme name="Mosaic Night">
      <a:dk1>
        <a:srgbClr val="161618"/>
      </a:dk1>
      <a:lt1>
        <a:srgbClr val="EFEFF2"/>
      </a:lt1>
      <a:dk2>
        <a:srgbClr val="262629"/>
      </a:dk2>
      <a:lt2>
        <a:srgbClr val="B0B0B8"/>
      </a:lt2>
      <a:accent1>
        <a:srgbClr val="FF6B6B"/>
      </a:accent1>
      <a:accent2>
        <a:srgbClr val="FFB86B"/>
      </a:accent2>
      <a:accent3>
        <a:srgbClr val="FFE08A"/>
      </a:accent3>
      <a:accent4>
        <a:srgbClr val="5FD3B8"/>
      </a:accent4>
      <a:accent5>
        <a:srgbClr val="6FB0FF"/>
      </a:accent5>
      <a:accent6>
        <a:srgbClr val="C49BFF"/>
      </a:accent6>
      <a:hlink>
        <a:srgbClr val="8CC4FF"/>
      </a:hlink>
      <a:folHlink>
        <a:srgbClr val="D0B0FF"/>
      </a:folHlink>
    </a:clrScheme>
    <a:fontScheme name="Verdana-Tahoma">
      <a:majorFont>
        <a:latin typeface="Verdana"/>
        <a:ea typeface=""/>
        <a:cs typeface=""/>
      </a:majorFont>
      <a:minorFont>
        <a:latin typeface="Tahom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