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48"/>
          <p:cNvSpPr/>
          <p:nvPr userDrawn="1"/>
        </p:nvSpPr>
        <p:spPr>
          <a:xfrm rot="-2100000">
            <a:off x="8046720" y="3429000"/>
            <a:ext cx="3657600" cy="2011680"/>
          </a:xfrm>
          <a:custGeom>
            <a:avLst/>
            <a:gdLst/>
            <a:ahLst/>
            <a:cxnLst/>
            <a:rect l="0" t="0" r="r" b="b"/>
            <a:pathLst>
              <a:path w="3657600" h="2011680">
                <a:moveTo>
                  <a:pt x="0" y="1005840"/>
                </a:moveTo>
                <a:cubicBezTo>
                  <a:pt x="1097280" y="-201168"/>
                  <a:pt x="2560320" y="-201168"/>
                  <a:pt x="3657600" y="1005840"/>
                </a:cubicBezTo>
                <a:cubicBezTo>
                  <a:pt x="2560320" y="2212848"/>
                  <a:pt x="1097280" y="2212848"/>
                  <a:pt x="0" y="100584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</p:sp>
      <p:sp>
        <p:nvSpPr>
          <p:cNvPr id="8" name="Decoration 249"/>
          <p:cNvSpPr/>
          <p:nvPr userDrawn="1"/>
        </p:nvSpPr>
        <p:spPr>
          <a:xfrm rot="-4200000">
            <a:off x="9509760" y="2057400"/>
            <a:ext cx="2682240" cy="1475232"/>
          </a:xfrm>
          <a:custGeom>
            <a:avLst/>
            <a:gdLst/>
            <a:ahLst/>
            <a:cxnLst/>
            <a:rect l="0" t="0" r="r" b="b"/>
            <a:pathLst>
              <a:path w="2682240" h="1475232">
                <a:moveTo>
                  <a:pt x="0" y="737616"/>
                </a:moveTo>
                <a:cubicBezTo>
                  <a:pt x="804672" y="-147523"/>
                  <a:pt x="1877568" y="-147523"/>
                  <a:pt x="2682240" y="737616"/>
                </a:cubicBezTo>
                <a:cubicBezTo>
                  <a:pt x="1877568" y="1622755"/>
                  <a:pt x="804672" y="1622755"/>
                  <a:pt x="0" y="737616"/>
                </a:cubicBezTo>
                <a:close/>
              </a:path>
            </a:pathLst>
          </a:custGeom>
          <a:solidFill>
            <a:schemeClr val="accent2">
              <a:alpha val="65000"/>
            </a:schemeClr>
          </a:solidFill>
          <a:ln>
            <a:noFill/>
          </a:ln>
        </p:spPr>
      </p:sp>
      <p:sp>
        <p:nvSpPr>
          <p:cNvPr id="9" name="Decoration 250"/>
          <p:cNvSpPr/>
          <p:nvPr userDrawn="1"/>
        </p:nvSpPr>
        <p:spPr>
          <a:xfrm>
            <a:off x="7315200" y="4937760"/>
            <a:ext cx="2438400" cy="1341120"/>
          </a:xfrm>
          <a:custGeom>
            <a:avLst/>
            <a:gdLst/>
            <a:ahLst/>
            <a:cxnLst/>
            <a:rect l="0" t="0" r="r" b="b"/>
            <a:pathLst>
              <a:path w="2438400" h="1341120">
                <a:moveTo>
                  <a:pt x="0" y="670560"/>
                </a:moveTo>
                <a:cubicBezTo>
                  <a:pt x="731520" y="-134112"/>
                  <a:pt x="1706880" y="-134112"/>
                  <a:pt x="2438400" y="670560"/>
                </a:cubicBezTo>
                <a:cubicBezTo>
                  <a:pt x="1706880" y="1475232"/>
                  <a:pt x="731520" y="1475232"/>
                  <a:pt x="0" y="670560"/>
                </a:cubicBezTo>
                <a:close/>
              </a:path>
            </a:pathLst>
          </a:custGeom>
          <a:solidFill>
            <a:schemeClr val="accent3">
              <a:alpha val="60000"/>
            </a:schemeClr>
          </a:solidFill>
          <a:ln>
            <a:noFill/>
          </a:ln>
        </p:spPr>
      </p:sp>
      <p:sp>
        <p:nvSpPr>
          <p:cNvPr id="10" name="Decoration 251"/>
          <p:cNvSpPr/>
          <p:nvPr userDrawn="1"/>
        </p:nvSpPr>
        <p:spPr>
          <a:xfrm rot="-6600000">
            <a:off x="10485120" y="4526280"/>
            <a:ext cx="1950720" cy="1072896"/>
          </a:xfrm>
          <a:custGeom>
            <a:avLst/>
            <a:gdLst/>
            <a:ahLst/>
            <a:cxnLst/>
            <a:rect l="0" t="0" r="r" b="b"/>
            <a:pathLst>
              <a:path w="1950720" h="1072896">
                <a:moveTo>
                  <a:pt x="0" y="536448"/>
                </a:moveTo>
                <a:cubicBezTo>
                  <a:pt x="585216" y="-107290"/>
                  <a:pt x="1365504" y="-107290"/>
                  <a:pt x="1950720" y="536448"/>
                </a:cubicBezTo>
                <a:cubicBezTo>
                  <a:pt x="1365504" y="1180186"/>
                  <a:pt x="585216" y="1180186"/>
                  <a:pt x="0" y="536448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097280"/>
            <a:ext cx="7315200" cy="274320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114800"/>
            <a:ext cx="60960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EFA5-FC5C-45A1-B76C-539863290C4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F542-7017-444C-B1E5-5A60174780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EFA5-FC5C-45A1-B76C-539863290C4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F542-7017-444C-B1E5-5A60174780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EFA5-FC5C-45A1-B76C-539863290C4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F542-7017-444C-B1E5-5A60174780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EFA5-FC5C-45A1-B76C-539863290C40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F542-7017-444C-B1E5-5A60174780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EFA5-FC5C-45A1-B76C-539863290C40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F542-7017-444C-B1E5-5A60174780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EFA5-FC5C-45A1-B76C-539863290C40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F542-7017-444C-B1E5-5A60174780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EFA5-FC5C-45A1-B76C-539863290C40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F542-7017-444C-B1E5-5A60174780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EFA5-FC5C-45A1-B76C-539863290C40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F542-7017-444C-B1E5-5A60174780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EFA5-FC5C-45A1-B76C-539863290C40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F542-7017-444C-B1E5-5A60174780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EFA5-FC5C-45A1-B76C-539863290C4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F542-7017-444C-B1E5-5A60174780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EFA5-FC5C-45A1-B76C-539863290C4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F542-7017-444C-B1E5-5A60174780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rov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52"/>
          <p:cNvSpPr/>
          <p:nvPr userDrawn="1"/>
        </p:nvSpPr>
        <p:spPr>
          <a:xfrm rot="-2100000">
            <a:off x="10728960" y="5760720"/>
            <a:ext cx="1463040" cy="804672"/>
          </a:xfrm>
          <a:custGeom>
            <a:avLst/>
            <a:gdLst/>
            <a:ahLst/>
            <a:cxnLst/>
            <a:rect l="0" t="0" r="r" b="b"/>
            <a:pathLst>
              <a:path w="1463040" h="804672">
                <a:moveTo>
                  <a:pt x="0" y="402336"/>
                </a:moveTo>
                <a:cubicBezTo>
                  <a:pt x="438912" y="-80467"/>
                  <a:pt x="1024128" y="-80467"/>
                  <a:pt x="1463040" y="402336"/>
                </a:cubicBezTo>
                <a:cubicBezTo>
                  <a:pt x="1024128" y="885139"/>
                  <a:pt x="438912" y="885139"/>
                  <a:pt x="0" y="402336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>
            <a:noFill/>
          </a:ln>
        </p:spPr>
      </p:sp>
      <p:sp>
        <p:nvSpPr>
          <p:cNvPr id="8" name="Decoration 253"/>
          <p:cNvSpPr/>
          <p:nvPr userDrawn="1"/>
        </p:nvSpPr>
        <p:spPr>
          <a:xfrm rot="-4200000">
            <a:off x="11216640" y="5212080"/>
            <a:ext cx="1097280" cy="603504"/>
          </a:xfrm>
          <a:custGeom>
            <a:avLst/>
            <a:gdLst/>
            <a:ahLst/>
            <a:cxnLst/>
            <a:rect l="0" t="0" r="r" b="b"/>
            <a:pathLst>
              <a:path w="1097280" h="603504">
                <a:moveTo>
                  <a:pt x="0" y="301752"/>
                </a:moveTo>
                <a:cubicBezTo>
                  <a:pt x="329184" y="-60350"/>
                  <a:pt x="768096" y="-60350"/>
                  <a:pt x="1097280" y="301752"/>
                </a:cubicBezTo>
                <a:cubicBezTo>
                  <a:pt x="768096" y="663854"/>
                  <a:pt x="329184" y="663854"/>
                  <a:pt x="0" y="301752"/>
                </a:cubicBezTo>
                <a:close/>
              </a:path>
            </a:pathLst>
          </a:custGeom>
          <a:solidFill>
            <a:schemeClr val="accent2">
              <a:alpha val="55000"/>
            </a:schemeClr>
          </a:solidFill>
          <a:ln>
            <a:noFill/>
          </a:ln>
        </p:spPr>
      </p:sp>
      <p:sp>
        <p:nvSpPr>
          <p:cNvPr id="9" name="Decoration 254"/>
          <p:cNvSpPr/>
          <p:nvPr userDrawn="1"/>
        </p:nvSpPr>
        <p:spPr>
          <a:xfrm rot="-300000">
            <a:off x="10119360" y="6172200"/>
            <a:ext cx="975360" cy="536448"/>
          </a:xfrm>
          <a:custGeom>
            <a:avLst/>
            <a:gdLst/>
            <a:ahLst/>
            <a:cxnLst/>
            <a:rect l="0" t="0" r="r" b="b"/>
            <a:pathLst>
              <a:path w="975360" h="536448">
                <a:moveTo>
                  <a:pt x="0" y="268224"/>
                </a:moveTo>
                <a:cubicBezTo>
                  <a:pt x="292608" y="-53645"/>
                  <a:pt x="682752" y="-53645"/>
                  <a:pt x="975360" y="268224"/>
                </a:cubicBezTo>
                <a:cubicBezTo>
                  <a:pt x="682752" y="590093"/>
                  <a:pt x="292608" y="590093"/>
                  <a:pt x="0" y="268224"/>
                </a:cubicBezTo>
                <a:close/>
              </a:path>
            </a:pathLst>
          </a:custGeom>
          <a:solidFill>
            <a:schemeClr val="accent3">
              <a:alpha val="5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3E6EFA5-FC5C-45A1-B76C-539863290C4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90EF542-7017-444C-B1E5-5A60174780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Georgia"/>
        <a:buChar char="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rove">
  <a:themeElements>
    <a:clrScheme name="Grove Autumn">
      <a:dk1>
        <a:srgbClr val="2B2219"/>
      </a:dk1>
      <a:lt1>
        <a:srgbClr val="FFFAF2"/>
      </a:lt1>
      <a:dk2>
        <a:srgbClr val="6A5A48"/>
      </a:dk2>
      <a:lt2>
        <a:srgbClr val="F3E9DA"/>
      </a:lt2>
      <a:accent1>
        <a:srgbClr val="B5541F"/>
      </a:accent1>
      <a:accent2>
        <a:srgbClr val="D99A2B"/>
      </a:accent2>
      <a:accent3>
        <a:srgbClr val="6F8A3A"/>
      </a:accent3>
      <a:accent4>
        <a:srgbClr val="8A3F3F"/>
      </a:accent4>
      <a:accent5>
        <a:srgbClr val="5A6F8A"/>
      </a:accent5>
      <a:accent6>
        <a:srgbClr val="8A7A5A"/>
      </a:accent6>
      <a:hlink>
        <a:srgbClr val="8A3F1F"/>
      </a:hlink>
      <a:folHlink>
        <a:srgbClr val="5A6F8A"/>
      </a:folHlink>
    </a:clrScheme>
    <a:fontScheme name="Garamond-Trebuchet MS">
      <a:majorFont>
        <a:latin typeface="Garamond"/>
        <a:ea typeface=""/>
        <a:cs typeface=""/>
      </a:majorFont>
      <a:minorFont>
        <a:latin typeface="Trebuchet MS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