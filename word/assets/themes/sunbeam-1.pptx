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6"/>
  </p:sldMasterIdLst>
  <p:sldIdLst>
    <p:sldId id="256" r:id="rId7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Master" Target="slideMasters/slideMaster2.xml"/><Relationship Id="rId7" Type="http://schemas.openxmlformats.org/officeDocument/2006/relationships/slide" Target="slides/slide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349"/>
          <p:cNvSpPr/>
          <p:nvPr userDrawn="1"/>
        </p:nvSpPr>
        <p:spPr>
          <a:xfrm>
            <a:off x="9022080" y="-1371600"/>
            <a:ext cx="4389120" cy="43891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Decoration 350"/>
          <p:cNvSpPr/>
          <p:nvPr userDrawn="1"/>
        </p:nvSpPr>
        <p:spPr>
          <a:xfrm>
            <a:off x="8534400" y="-1783080"/>
            <a:ext cx="5608320" cy="5608320"/>
          </a:xfrm>
          <a:prstGeom prst="ellipse">
            <a:avLst/>
          </a:prstGeom>
          <a:noFill/>
          <a:ln w="25400">
            <a:solidFill>
              <a:schemeClr val="accent1">
                <a:alpha val="60000"/>
              </a:schemeClr>
            </a:solidFill>
          </a:ln>
        </p:spPr>
      </p:sp>
      <p:sp>
        <p:nvSpPr>
          <p:cNvPr id="9" name="Decoration 351"/>
          <p:cNvSpPr/>
          <p:nvPr userDrawn="1"/>
        </p:nvSpPr>
        <p:spPr>
          <a:xfrm>
            <a:off x="8046720" y="-2194560"/>
            <a:ext cx="6827520" cy="6827520"/>
          </a:xfrm>
          <a:prstGeom prst="ellipse">
            <a:avLst/>
          </a:prstGeom>
          <a:noFill/>
          <a:ln w="15875">
            <a:solidFill>
              <a:schemeClr val="accent2">
                <a:alpha val="50000"/>
              </a:schemeClr>
            </a:solidFill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5360" y="2057400"/>
            <a:ext cx="7559040" cy="2194560"/>
          </a:xfrm>
        </p:spPr>
        <p:txBody>
          <a:bodyPr anchor="b"/>
          <a:lstStyle>
            <a:lvl1pPr algn="l">
              <a:defRPr sz="50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5360" y="4457700"/>
            <a:ext cx="6827520" cy="109728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0" indent="0" algn="l">
              <a:buNone/>
              <a:defRPr sz="1800">
                <a:solidFill>
                  <a:schemeClr val="tx2"/>
                </a:solidFill>
              </a:defRPr>
            </a:lvl2pPr>
            <a:lvl3pPr marL="0" indent="0" algn="l">
              <a:buNone/>
              <a:defRPr sz="1600">
                <a:solidFill>
                  <a:schemeClr val="tx2"/>
                </a:solidFill>
              </a:defRPr>
            </a:lvl3pPr>
            <a:lvl4pPr marL="0" indent="0" algn="l">
              <a:buNone/>
              <a:defRPr sz="1400">
                <a:solidFill>
                  <a:schemeClr val="tx2"/>
                </a:solidFill>
              </a:defRPr>
            </a:lvl4pPr>
            <a:lvl5pPr marL="0" indent="0" algn="l">
              <a:buNone/>
              <a:defRPr sz="1400">
                <a:solidFill>
                  <a:schemeClr val="tx2"/>
                </a:solidFill>
              </a:defRPr>
            </a:lvl5pPr>
          </a:lstStyle>
          <a:p>
            <a:r>
              <a:rPr lang="en-US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D7BF6-4F66-4D69-B11E-780050673FAD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CE1AB-6066-4E6E-AA80-DDD79211985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D7BF6-4F66-4D69-B11E-780050673FAD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CE1AB-6066-4E6E-AA80-DDD79211985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098" y="1714500"/>
            <a:ext cx="10477804" cy="286047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098" y="4601718"/>
            <a:ext cx="10477804" cy="150464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D7BF6-4F66-4D69-B11E-780050673FAD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CE1AB-6066-4E6E-AA80-DDD79211985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D7BF6-4F66-4D69-B11E-780050673FAD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CE1AB-6066-4E6E-AA80-DDD79211985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211809"/>
          </a:xfrm>
        </p:spPr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2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84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84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D7BF6-4F66-4D69-B11E-780050673FAD}" type="datetimeFigureOut">
              <a:rPr lang="en-US"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CE1AB-6066-4E6E-AA80-DDD79211985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D7BF6-4F66-4D69-B11E-780050673FAD}" type="datetimeFigureOut">
              <a:rPr lang="en-US"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CE1AB-6066-4E6E-AA80-DDD79211985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D7BF6-4F66-4D69-B11E-780050673FAD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CE1AB-6066-4E6E-AA80-DDD79211985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D7BF6-4F66-4D69-B11E-780050673FAD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CE1AB-6066-4E6E-AA80-DDD79211985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D7BF6-4F66-4D69-B11E-780050673FAD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CE1AB-6066-4E6E-AA80-DDD79211985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D7BF6-4F66-4D69-B11E-780050673FAD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CE1AB-6066-4E6E-AA80-DDD79211985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orient="vert"/>
          </p:nvPr>
        </p:nvSpPr>
        <p:spPr>
          <a:xfrm>
            <a:off x="8953195" y="365531"/>
            <a:ext cx="2400605" cy="5811470"/>
          </a:xfrm>
        </p:spPr>
        <p:txBody>
          <a:bodyPr vert="eaVert"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531"/>
            <a:ext cx="7810195" cy="5811470"/>
          </a:xfrm>
        </p:spPr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D7BF6-4F66-4D69-B11E-780050673FAD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CE1AB-6066-4E6E-AA80-DDD79211985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unbea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352"/>
          <p:cNvSpPr/>
          <p:nvPr userDrawn="1"/>
        </p:nvSpPr>
        <p:spPr>
          <a:xfrm>
            <a:off x="268224" y="240030"/>
            <a:ext cx="11655552" cy="6377940"/>
          </a:xfrm>
          <a:prstGeom prst="roundRect">
            <a:avLst>
              <a:gd name="adj" fmla="val 3500"/>
            </a:avLst>
          </a:prstGeom>
          <a:noFill/>
          <a:ln w="25400">
            <a:solidFill>
              <a:schemeClr val="accent1"/>
            </a:solidFill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4525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00"/>
            <a:ext cx="10515600" cy="4351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99D7BF6-4F66-4D69-B11E-780050673FAD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355994"/>
            <a:ext cx="39624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1FFCE1AB-6066-4E6E-AA80-DDD792119853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entered 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</p:sld>
</file>

<file path=ppt/theme/theme1.xml><?xml version="1.0" encoding="utf-8"?>
<a:theme xmlns:a="http://schemas.openxmlformats.org/drawingml/2006/main" name="Default Theme">
  <a:themeElements>
    <a:clrScheme name="Defaul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faul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unbeam">
  <a:themeElements>
    <a:clrScheme name="Sunbeam Coral">
      <a:dk1>
        <a:srgbClr val="33201C"/>
      </a:dk1>
      <a:lt1>
        <a:srgbClr val="FFFAF7"/>
      </a:lt1>
      <a:dk2>
        <a:srgbClr val="735048"/>
      </a:dk2>
      <a:lt2>
        <a:srgbClr val="FDE8E0"/>
      </a:lt2>
      <a:accent1>
        <a:srgbClr val="F06A4A"/>
      </a:accent1>
      <a:accent2>
        <a:srgbClr val="F7B32B"/>
      </a:accent2>
      <a:accent3>
        <a:srgbClr val="2E8FA3"/>
      </a:accent3>
      <a:accent4>
        <a:srgbClr val="6AA84F"/>
      </a:accent4>
      <a:accent5>
        <a:srgbClr val="8E5AA8"/>
      </a:accent5>
      <a:accent6>
        <a:srgbClr val="A08070"/>
      </a:accent6>
      <a:hlink>
        <a:srgbClr val="2E7F93"/>
      </a:hlink>
      <a:folHlink>
        <a:srgbClr val="8E5AA8"/>
      </a:folHlink>
    </a:clrScheme>
    <a:fontScheme name="Trebuchet MS-Georgia">
      <a:majorFont>
        <a:latin typeface="Trebuchet MS"/>
        <a:ea typeface=""/>
        <a:cs typeface=""/>
      </a:majorFont>
      <a:minorFont>
        <a:latin typeface="Georgia"/>
        <a:ea typeface=""/>
        <a:cs typeface=""/>
      </a:minorFont>
    </a:fontScheme>
    <a:fmtScheme name="Soft Shadow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3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</a:schemeClr>
            </a:gs>
            <a:gs pos="100000">
              <a:schemeClr val="phClr">
                <a:shade val="9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</a:schemeClr>
            </a:gs>
            <a:gs pos="100000">
              <a:schemeClr val="phClr">
                <a:shade val="78000"/>
              </a:schemeClr>
            </a:gs>
          </a:gsLst>
          <a:path path="circle">
            <a:fillToRect l="50000" t="30000" r="50000" b="7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@office-kit/pptx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</cp:coreProperties>
</file>