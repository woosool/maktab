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06"/>
          <p:cNvSpPr/>
          <p:nvPr userDrawn="1"/>
        </p:nvSpPr>
        <p:spPr>
          <a:xfrm>
            <a:off x="0" y="2057400"/>
            <a:ext cx="12192000" cy="2606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207"/>
          <p:cNvSpPr/>
          <p:nvPr userDrawn="1"/>
        </p:nvSpPr>
        <p:spPr>
          <a:xfrm>
            <a:off x="0" y="4663440"/>
            <a:ext cx="12192000" cy="822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2194560"/>
            <a:ext cx="10241280" cy="2331720"/>
          </a:xfrm>
        </p:spPr>
        <p:txBody>
          <a:bodyPr anchor="ctr"/>
          <a:lstStyle>
            <a:lvl1pPr algn="l">
              <a:defRPr sz="5000">
                <a:solidFill>
                  <a:schemeClr val="lt1"/>
                </a:solidFill>
              </a:defRPr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937760"/>
            <a:ext cx="10241280" cy="109728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686C-E3C5-4CB6-97B2-248F42B5E8B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9D91A-0E7E-404E-A843-3041275CD5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686C-E3C5-4CB6-97B2-248F42B5E8B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9D91A-0E7E-404E-A843-3041275CD5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08"/>
          <p:cNvSpPr/>
          <p:nvPr userDrawn="1"/>
        </p:nvSpPr>
        <p:spPr>
          <a:xfrm>
            <a:off x="0" y="4251960"/>
            <a:ext cx="121920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686C-E3C5-4CB6-97B2-248F42B5E8B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9D91A-0E7E-404E-A843-3041275CD5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686C-E3C5-4CB6-97B2-248F42B5E8B3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9D91A-0E7E-404E-A843-3041275CD5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686C-E3C5-4CB6-97B2-248F42B5E8B3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9D91A-0E7E-404E-A843-3041275CD5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686C-E3C5-4CB6-97B2-248F42B5E8B3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9D91A-0E7E-404E-A843-3041275CD5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686C-E3C5-4CB6-97B2-248F42B5E8B3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9D91A-0E7E-404E-A843-3041275CD5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686C-E3C5-4CB6-97B2-248F42B5E8B3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9D91A-0E7E-404E-A843-3041275CD5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686C-E3C5-4CB6-97B2-248F42B5E8B3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9D91A-0E7E-404E-A843-3041275CD5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686C-E3C5-4CB6-97B2-248F42B5E8B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9D91A-0E7E-404E-A843-3041275CD5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E686C-E3C5-4CB6-97B2-248F42B5E8B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9D91A-0E7E-404E-A843-3041275CD5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Harb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09"/>
          <p:cNvSpPr/>
          <p:nvPr userDrawn="1"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210"/>
          <p:cNvSpPr/>
          <p:nvPr userDrawn="1"/>
        </p:nvSpPr>
        <p:spPr>
          <a:xfrm>
            <a:off x="838200" y="1796796"/>
            <a:ext cx="12192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EEE686C-E3C5-4CB6-97B2-248F42B5E8B3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199D91A-0E7E-404E-A843-3041275CD51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rbor">
  <a:themeElements>
    <a:clrScheme name="Harbor Fog">
      <a:dk1>
        <a:srgbClr val="25303A"/>
      </a:dk1>
      <a:lt1>
        <a:srgbClr val="F9FAFB"/>
      </a:lt1>
      <a:dk2>
        <a:srgbClr val="5A6773"/>
      </a:dk2>
      <a:lt2>
        <a:srgbClr val="E6EAEE"/>
      </a:lt2>
      <a:accent1>
        <a:srgbClr val="3E5A6E"/>
      </a:accent1>
      <a:accent2>
        <a:srgbClr val="C98F4A"/>
      </a:accent2>
      <a:accent3>
        <a:srgbClr val="5D8A6E"/>
      </a:accent3>
      <a:accent4>
        <a:srgbClr val="A65555"/>
      </a:accent4>
      <a:accent5>
        <a:srgbClr val="6D6A9C"/>
      </a:accent5>
      <a:accent6>
        <a:srgbClr val="8A939C"/>
      </a:accent6>
      <a:hlink>
        <a:srgbClr val="3E6A8E"/>
      </a:hlink>
      <a:folHlink>
        <a:srgbClr val="6D6A9C"/>
      </a:folHlink>
    </a:clrScheme>
    <a:fontScheme name="Georgia-Verdana">
      <a:majorFont>
        <a:latin typeface="Georgia"/>
        <a:ea typeface=""/>
        <a:cs typeface=""/>
      </a:majorFont>
      <a:minorFont>
        <a:latin typeface="Verdana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