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4C0597C-F6D5-4E10-868A-CA93D655292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A4DF666-EC36-4004-979F-6BE20DB6D2C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per">
  <a:themeElements>
    <a:clrScheme name="Paper Cool">
      <a:dk1>
        <a:srgbClr val="1C2833"/>
      </a:dk1>
      <a:lt1>
        <a:srgbClr val="F8FAFC"/>
      </a:lt1>
      <a:dk2>
        <a:srgbClr val="4A5D70"/>
      </a:dk2>
      <a:lt2>
        <a:srgbClr val="E3E9EF"/>
      </a:lt2>
      <a:accent1>
        <a:srgbClr val="2F6FB0"/>
      </a:accent1>
      <a:accent2>
        <a:srgbClr val="2EA39B"/>
      </a:accent2>
      <a:accent3>
        <a:srgbClr val="E2A03F"/>
      </a:accent3>
      <a:accent4>
        <a:srgbClr val="C8504E"/>
      </a:accent4>
      <a:accent5>
        <a:srgbClr val="6C63B5"/>
      </a:accent5>
      <a:accent6>
        <a:srgbClr val="7A8A99"/>
      </a:accent6>
      <a:hlink>
        <a:srgbClr val="2F6FB0"/>
      </a:hlink>
      <a:folHlink>
        <a:srgbClr val="6C63B5"/>
      </a:folHlink>
    </a:clrScheme>
    <a:fontScheme name="Arial-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