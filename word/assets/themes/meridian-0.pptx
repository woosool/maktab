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"/>
          <p:cNvSpPr/>
          <p:nvPr userDrawn="1"/>
        </p:nvSpPr>
        <p:spPr>
          <a:xfrm>
            <a:off x="8778240" y="0"/>
            <a:ext cx="34137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"/>
          <p:cNvSpPr/>
          <p:nvPr userDrawn="1"/>
        </p:nvSpPr>
        <p:spPr>
          <a:xfrm>
            <a:off x="8778240" y="0"/>
            <a:ext cx="14630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07136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70713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"/>
          <p:cNvSpPr/>
          <p:nvPr userDrawn="1"/>
        </p:nvSpPr>
        <p:spPr>
          <a:xfrm>
            <a:off x="975360" y="4800600"/>
            <a:ext cx="219456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371600"/>
            <a:ext cx="10241280" cy="315468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5074920"/>
            <a:ext cx="10241280" cy="109728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"/>
          <p:cNvSpPr/>
          <p:nvPr userDrawn="1"/>
        </p:nvSpPr>
        <p:spPr>
          <a:xfrm>
            <a:off x="487680" y="617220"/>
            <a:ext cx="73152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196AD1C-5CF3-415D-AE07-18B6FFD1384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5F130AD-245E-4D53-9E86-0485A9E1F54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ridian">
  <a:themeElements>
    <a:clrScheme name="Meridian">
      <a:dk1>
        <a:srgbClr val="1F2A36"/>
      </a:dk1>
      <a:lt1>
        <a:srgbClr val="FFFFFF"/>
      </a:lt1>
      <a:dk2>
        <a:srgbClr val="44546A"/>
      </a:dk2>
      <a:lt2>
        <a:srgbClr val="E9EEF3"/>
      </a:lt2>
      <a:accent1>
        <a:srgbClr val="1F5F7A"/>
      </a:accent1>
      <a:accent2>
        <a:srgbClr val="F2A541"/>
      </a:accent2>
      <a:accent3>
        <a:srgbClr val="4AA37D"/>
      </a:accent3>
      <a:accent4>
        <a:srgbClr val="C8553D"/>
      </a:accent4>
      <a:accent5>
        <a:srgbClr val="6C5B9E"/>
      </a:accent5>
      <a:accent6>
        <a:srgbClr val="2E4057"/>
      </a:accent6>
      <a:hlink>
        <a:srgbClr val="1F6F8B"/>
      </a:hlink>
      <a:folHlink>
        <a:srgbClr val="6C5B9E"/>
      </a:folHlink>
    </a:clrScheme>
    <a:fontScheme name="Trebuchet MS-Trebuchet M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