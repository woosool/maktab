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49"/>
          <p:cNvSpPr/>
          <p:nvPr userDrawn="1"/>
        </p:nvSpPr>
        <p:spPr>
          <a:xfrm flipH="1" flipV="1">
            <a:off x="7559040" y="0"/>
            <a:ext cx="4632960" cy="425196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150"/>
          <p:cNvSpPr/>
          <p:nvPr userDrawn="1"/>
        </p:nvSpPr>
        <p:spPr>
          <a:xfrm flipH="1" flipV="1">
            <a:off x="9509760" y="0"/>
            <a:ext cx="2682240" cy="246888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Decoration 151"/>
          <p:cNvSpPr/>
          <p:nvPr userDrawn="1"/>
        </p:nvSpPr>
        <p:spPr>
          <a:xfrm>
            <a:off x="0" y="4800600"/>
            <a:ext cx="2194560" cy="20574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783080"/>
            <a:ext cx="7315200" cy="2331720"/>
          </a:xfrm>
        </p:spPr>
        <p:txBody>
          <a:bodyPr anchor="b"/>
          <a:lstStyle>
            <a:lvl1pPr algn="l">
              <a:defRPr sz="5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320540"/>
            <a:ext cx="6827520" cy="109728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668DE-A171-4CDB-875B-E8CF5E2B8E2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92CCE-7482-4496-BB0F-235682735CD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668DE-A171-4CDB-875B-E8CF5E2B8E2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92CCE-7482-4496-BB0F-235682735CD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668DE-A171-4CDB-875B-E8CF5E2B8E2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92CCE-7482-4496-BB0F-235682735CD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668DE-A171-4CDB-875B-E8CF5E2B8E2C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92CCE-7482-4496-BB0F-235682735CD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668DE-A171-4CDB-875B-E8CF5E2B8E2C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92CCE-7482-4496-BB0F-235682735CD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668DE-A171-4CDB-875B-E8CF5E2B8E2C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92CCE-7482-4496-BB0F-235682735CD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668DE-A171-4CDB-875B-E8CF5E2B8E2C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92CCE-7482-4496-BB0F-235682735CD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668DE-A171-4CDB-875B-E8CF5E2B8E2C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92CCE-7482-4496-BB0F-235682735CD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668DE-A171-4CDB-875B-E8CF5E2B8E2C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92CCE-7482-4496-BB0F-235682735CD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668DE-A171-4CDB-875B-E8CF5E2B8E2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92CCE-7482-4496-BB0F-235682735CD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668DE-A171-4CDB-875B-E8CF5E2B8E2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92CCE-7482-4496-BB0F-235682735CD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K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52"/>
          <p:cNvSpPr/>
          <p:nvPr userDrawn="1"/>
        </p:nvSpPr>
        <p:spPr>
          <a:xfrm flipH="1" flipV="1">
            <a:off x="10972800" y="0"/>
            <a:ext cx="1219200" cy="116586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153"/>
          <p:cNvSpPr/>
          <p:nvPr userDrawn="1"/>
        </p:nvSpPr>
        <p:spPr>
          <a:xfrm flipH="1" flipV="1">
            <a:off x="11460480" y="0"/>
            <a:ext cx="731520" cy="6858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Decoration 154"/>
          <p:cNvSpPr/>
          <p:nvPr userDrawn="1"/>
        </p:nvSpPr>
        <p:spPr>
          <a:xfrm>
            <a:off x="0" y="6035040"/>
            <a:ext cx="609600" cy="82296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E7668DE-A171-4CDB-875B-E8CF5E2B8E2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FB92CCE-7482-4496-BB0F-235682735CD0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/>
        <a:buChar char="◆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◆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◆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◆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◆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ite">
  <a:themeElements>
    <a:clrScheme name="Kite">
      <a:dk1>
        <a:srgbClr val="232323"/>
      </a:dk1>
      <a:lt1>
        <a:srgbClr val="FFFFFF"/>
      </a:lt1>
      <a:dk2>
        <a:srgbClr val="555555"/>
      </a:dk2>
      <a:lt2>
        <a:srgbClr val="F0F0EF"/>
      </a:lt2>
      <a:accent1>
        <a:srgbClr val="E4572E"/>
      </a:accent1>
      <a:accent2>
        <a:srgbClr val="29335C"/>
      </a:accent2>
      <a:accent3>
        <a:srgbClr val="F3A712"/>
      </a:accent3>
      <a:accent4>
        <a:srgbClr val="669BBC"/>
      </a:accent4>
      <a:accent5>
        <a:srgbClr val="A8C686"/>
      </a:accent5>
      <a:accent6>
        <a:srgbClr val="8C5383"/>
      </a:accent6>
      <a:hlink>
        <a:srgbClr val="29335C"/>
      </a:hlink>
      <a:folHlink>
        <a:srgbClr val="8C5383"/>
      </a:folHlink>
    </a:clrScheme>
    <a:fontScheme name="Trebuchet MS-Georgia">
      <a:majorFont>
        <a:latin typeface="Trebuchet MS"/>
        <a:ea typeface=""/>
        <a:cs typeface=""/>
      </a:majorFont>
      <a:minorFont>
        <a:latin typeface="Georgia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