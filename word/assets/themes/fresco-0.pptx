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  <Override PartName="/ppt/slideMasters/slideMaster2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6"/>
  </p:sldMasterIdLst>
  <p:sldIdLst>
    <p:sldId id="256" r:id="rId7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Master" Target="slideMasters/slideMaster2.xml"/><Relationship Id="rId7" Type="http://schemas.openxmlformats.org/officeDocument/2006/relationships/slide" Target="slides/slide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377"/>
          <p:cNvSpPr/>
          <p:nvPr userDrawn="1"/>
        </p:nvSpPr>
        <p:spPr>
          <a:xfrm>
            <a:off x="0" y="0"/>
            <a:ext cx="12192000" cy="16459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" name="Decoration 378"/>
          <p:cNvSpPr/>
          <p:nvPr userDrawn="1"/>
        </p:nvSpPr>
        <p:spPr>
          <a:xfrm>
            <a:off x="0" y="1645920"/>
            <a:ext cx="12192000" cy="8229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9" name="Decoration 379"/>
          <p:cNvSpPr/>
          <p:nvPr userDrawn="1"/>
        </p:nvSpPr>
        <p:spPr>
          <a:xfrm>
            <a:off x="0" y="6515100"/>
            <a:ext cx="12192000" cy="342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9200" y="2057400"/>
            <a:ext cx="9753600" cy="2057400"/>
          </a:xfrm>
        </p:spPr>
        <p:txBody>
          <a:bodyPr anchor="b"/>
          <a:lstStyle>
            <a:lvl1pPr algn="ctr">
              <a:defRPr sz="50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200" y="4320540"/>
            <a:ext cx="9753600" cy="1097280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0" indent="0" algn="ctr">
              <a:buNone/>
              <a:defRPr sz="1800">
                <a:solidFill>
                  <a:schemeClr val="tx2"/>
                </a:solidFill>
              </a:defRPr>
            </a:lvl2pPr>
            <a:lvl3pPr marL="0" indent="0" algn="ctr">
              <a:buNone/>
              <a:defRPr sz="1600">
                <a:solidFill>
                  <a:schemeClr val="tx2"/>
                </a:solidFill>
              </a:defRPr>
            </a:lvl3pPr>
            <a:lvl4pPr marL="0" indent="0" algn="ctr">
              <a:buNone/>
              <a:defRPr sz="1400">
                <a:solidFill>
                  <a:schemeClr val="tx2"/>
                </a:solidFill>
              </a:defRPr>
            </a:lvl4pPr>
            <a:lvl5pPr marL="0" indent="0" algn="ctr">
              <a:buNone/>
              <a:defRPr sz="1400">
                <a:solidFill>
                  <a:schemeClr val="tx2"/>
                </a:solidFill>
              </a:defRPr>
            </a:lvl5pPr>
          </a:lstStyle>
          <a:p>
            <a:r>
              <a:rPr lang="en-US"/>
              <a:t>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B632A-C191-4EAA-8EE3-FCD2764944C1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82850-FE6B-4149-A014-2D309FA6053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B632A-C191-4EAA-8EE3-FCD2764944C1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82850-FE6B-4149-A014-2D309FA6053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098" y="1714500"/>
            <a:ext cx="10477804" cy="286047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098" y="4601718"/>
            <a:ext cx="10477804" cy="150464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B632A-C191-4EAA-8EE3-FCD2764944C1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82850-FE6B-4149-A014-2D309FA6053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84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B632A-C191-4EAA-8EE3-FCD2764944C1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82850-FE6B-4149-A014-2D309FA6053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211809"/>
          </a:xfrm>
        </p:spPr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82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84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84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B632A-C191-4EAA-8EE3-FCD2764944C1}" type="datetimeFigureOut">
              <a:rPr lang="en-US"/>
              <a:t>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82850-FE6B-4149-A014-2D309FA6053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B632A-C191-4EAA-8EE3-FCD2764944C1}" type="datetimeFigureOut">
              <a:rPr lang="en-US"/>
              <a:t>1/1/2026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82850-FE6B-4149-A014-2D309FA6053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B632A-C191-4EAA-8EE3-FCD2764944C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82850-FE6B-4149-A014-2D309FA6053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B632A-C191-4EAA-8EE3-FCD2764944C1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82850-FE6B-4149-A014-2D309FA6053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B632A-C191-4EAA-8EE3-FCD2764944C1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82850-FE6B-4149-A014-2D309FA6053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B632A-C191-4EAA-8EE3-FCD2764944C1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82850-FE6B-4149-A014-2D309FA6053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orient="vert"/>
          </p:nvPr>
        </p:nvSpPr>
        <p:spPr>
          <a:xfrm>
            <a:off x="8953195" y="365531"/>
            <a:ext cx="2400605" cy="5811470"/>
          </a:xfrm>
        </p:spPr>
        <p:txBody>
          <a:bodyPr vert="eaVert"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531"/>
            <a:ext cx="7810195" cy="5811470"/>
          </a:xfrm>
        </p:spPr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B632A-C191-4EAA-8EE3-FCD2764944C1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82850-FE6B-4149-A014-2D309FA6053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resco">
    <p:bg>
      <p:bgPr>
        <a:pattFill prst="pct5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380"/>
          <p:cNvSpPr/>
          <p:nvPr userDrawn="1"/>
        </p:nvSpPr>
        <p:spPr>
          <a:xfrm>
            <a:off x="0" y="0"/>
            <a:ext cx="12192000" cy="37719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" name="Decoration 381"/>
          <p:cNvSpPr/>
          <p:nvPr userDrawn="1"/>
        </p:nvSpPr>
        <p:spPr>
          <a:xfrm>
            <a:off x="0" y="377190"/>
            <a:ext cx="12192000" cy="548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4525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00"/>
            <a:ext cx="10515600" cy="4351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049B632A-C191-4EAA-8EE3-FCD2764944C1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800" y="6355994"/>
            <a:ext cx="39624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04182850-FE6B-4149-A014-2D309FA60532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entered 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</p:sld>
</file>

<file path=ppt/theme/theme1.xml><?xml version="1.0" encoding="utf-8"?>
<a:theme xmlns:a="http://schemas.openxmlformats.org/drawingml/2006/main" name="Default Theme">
  <a:themeElements>
    <a:clrScheme name="Defaul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efault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Fresco">
  <a:themeElements>
    <a:clrScheme name="Fresco">
      <a:dk1>
        <a:srgbClr val="2B2420"/>
      </a:dk1>
      <a:lt1>
        <a:srgbClr val="FBF6EE"/>
      </a:lt1>
      <a:dk2>
        <a:srgbClr val="6A5A4E"/>
      </a:dk2>
      <a:lt2>
        <a:srgbClr val="EADFCD"/>
      </a:lt2>
      <a:accent1>
        <a:srgbClr val="A8452F"/>
      </a:accent1>
      <a:accent2>
        <a:srgbClr val="5A7F8A"/>
      </a:accent2>
      <a:accent3>
        <a:srgbClr val="C9A03E"/>
      </a:accent3>
      <a:accent4>
        <a:srgbClr val="6A7A4A"/>
      </a:accent4>
      <a:accent5>
        <a:srgbClr val="8A5A6E"/>
      </a:accent5>
      <a:accent6>
        <a:srgbClr val="9A8A72"/>
      </a:accent6>
      <a:hlink>
        <a:srgbClr val="5A7F8A"/>
      </a:hlink>
      <a:folHlink>
        <a:srgbClr val="8A5A6E"/>
      </a:folHlink>
    </a:clrScheme>
    <a:fontScheme name="Georgia">
      <a:majorFont>
        <a:latin typeface="Georgia"/>
        <a:ea typeface=""/>
        <a:cs typeface=""/>
      </a:majorFont>
      <a:minorFont>
        <a:latin typeface="Georgia"/>
        <a:ea typeface=""/>
        <a:cs typeface=""/>
      </a:minorFont>
    </a:fontScheme>
    <a:fmtScheme name="Flat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3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</a:schemeClr>
            </a:gs>
            <a:gs pos="100000">
              <a:schemeClr val="phClr">
                <a:shade val="9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</a:schemeClr>
            </a:gs>
            <a:gs pos="100000">
              <a:schemeClr val="phClr">
                <a:shade val="78000"/>
              </a:schemeClr>
            </a:gs>
          </a:gsLst>
          <a:path path="circle">
            <a:fillToRect l="50000" t="30000" r="50000" b="7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@office-kit/pptx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</cp:coreProperties>
</file>