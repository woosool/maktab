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105"/>
          <p:cNvSpPr/>
          <p:nvPr userDrawn="1"/>
        </p:nvSpPr>
        <p:spPr>
          <a:xfrm>
            <a:off x="7315200" y="411480"/>
            <a:ext cx="5852160" cy="58521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Decoration 106"/>
          <p:cNvSpPr/>
          <p:nvPr userDrawn="1"/>
        </p:nvSpPr>
        <p:spPr>
          <a:xfrm>
            <a:off x="6827520" y="0"/>
            <a:ext cx="6827520" cy="6827520"/>
          </a:xfrm>
          <a:prstGeom prst="ellipse">
            <a:avLst/>
          </a:prstGeom>
          <a:noFill/>
          <a:ln w="19050">
            <a:solidFill>
              <a:schemeClr val="accent2"/>
            </a:solidFill>
          </a:ln>
        </p:spPr>
      </p:sp>
      <p:sp>
        <p:nvSpPr>
          <p:cNvPr id="9" name="Decoration 107"/>
          <p:cNvSpPr/>
          <p:nvPr userDrawn="1"/>
        </p:nvSpPr>
        <p:spPr>
          <a:xfrm>
            <a:off x="10728960" y="4251960"/>
            <a:ext cx="853440" cy="8534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3440" y="1371600"/>
            <a:ext cx="6096000" cy="2606040"/>
          </a:xfrm>
        </p:spPr>
        <p:txBody>
          <a:bodyPr anchor="b"/>
          <a:lstStyle>
            <a:lvl1pPr algn="l">
              <a:defRPr sz="5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3440" y="4251960"/>
            <a:ext cx="5852160" cy="13716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0" indent="0" algn="l">
              <a:buNone/>
              <a:defRPr sz="1800">
                <a:solidFill>
                  <a:schemeClr val="tx2"/>
                </a:solidFill>
              </a:defRPr>
            </a:lvl2pPr>
            <a:lvl3pPr marL="0" indent="0" algn="l">
              <a:buNone/>
              <a:defRPr sz="1600">
                <a:solidFill>
                  <a:schemeClr val="tx2"/>
                </a:solidFill>
              </a:defRPr>
            </a:lvl3pPr>
            <a:lvl4pPr marL="0" indent="0" algn="l">
              <a:buNone/>
              <a:defRPr sz="1400">
                <a:solidFill>
                  <a:schemeClr val="tx2"/>
                </a:solidFill>
              </a:defRPr>
            </a:lvl4pPr>
            <a:lvl5pPr marL="0" indent="0" algn="l">
              <a:buNone/>
              <a:defRPr sz="1400">
                <a:solidFill>
                  <a:schemeClr val="tx2"/>
                </a:solidFill>
              </a:defRPr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D7CD1-C259-4C67-B80A-B1C538A736C1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C0DFC-5F9D-4EB6-91B0-B77EFF84F78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D7CD1-C259-4C67-B80A-B1C538A736C1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C0DFC-5F9D-4EB6-91B0-B77EFF84F78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108"/>
          <p:cNvSpPr/>
          <p:nvPr userDrawn="1"/>
        </p:nvSpPr>
        <p:spPr>
          <a:xfrm>
            <a:off x="9509760" y="1234440"/>
            <a:ext cx="3657600" cy="3657600"/>
          </a:xfrm>
          <a:prstGeom prst="ellipse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098" y="1714500"/>
            <a:ext cx="10477804" cy="286047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098" y="4601718"/>
            <a:ext cx="10477804" cy="150464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D7CD1-C259-4C67-B80A-B1C538A736C1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C0DFC-5F9D-4EB6-91B0-B77EFF84F78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D7CD1-C259-4C67-B80A-B1C538A736C1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C0DFC-5F9D-4EB6-91B0-B77EFF84F78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D7CD1-C259-4C67-B80A-B1C538A736C1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C0DFC-5F9D-4EB6-91B0-B77EFF84F78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D7CD1-C259-4C67-B80A-B1C538A736C1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C0DFC-5F9D-4EB6-91B0-B77EFF84F78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D7CD1-C259-4C67-B80A-B1C538A736C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C0DFC-5F9D-4EB6-91B0-B77EFF84F78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D7CD1-C259-4C67-B80A-B1C538A736C1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C0DFC-5F9D-4EB6-91B0-B77EFF84F78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D7CD1-C259-4C67-B80A-B1C538A736C1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C0DFC-5F9D-4EB6-91B0-B77EFF84F78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D7CD1-C259-4C67-B80A-B1C538A736C1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C0DFC-5F9D-4EB6-91B0-B77EFF84F78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D7CD1-C259-4C67-B80A-B1C538A736C1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C0DFC-5F9D-4EB6-91B0-B77EFF84F78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rb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109"/>
          <p:cNvSpPr/>
          <p:nvPr userDrawn="1"/>
        </p:nvSpPr>
        <p:spPr>
          <a:xfrm>
            <a:off x="10789920" y="-754380"/>
            <a:ext cx="2072640" cy="2072640"/>
          </a:xfrm>
          <a:prstGeom prst="ellipse">
            <a:avLst/>
          </a:prstGeom>
          <a:solidFill>
            <a:schemeClr val="accent1">
              <a:alpha val="22000"/>
            </a:schemeClr>
          </a:solidFill>
          <a:ln>
            <a:noFill/>
          </a:ln>
        </p:spPr>
      </p:sp>
      <p:sp>
        <p:nvSpPr>
          <p:cNvPr id="8" name="Decoration 110"/>
          <p:cNvSpPr/>
          <p:nvPr userDrawn="1"/>
        </p:nvSpPr>
        <p:spPr>
          <a:xfrm>
            <a:off x="10424160" y="-1097280"/>
            <a:ext cx="2926080" cy="2926080"/>
          </a:xfrm>
          <a:prstGeom prst="ellipse">
            <a:avLst/>
          </a:prstGeom>
          <a:noFill/>
          <a:ln w="15875">
            <a:solidFill>
              <a:schemeClr val="accent2">
                <a:alpha val="70000"/>
              </a:schemeClr>
            </a:solidFill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FCD7CD1-C259-4C67-B80A-B1C538A736C1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ACBC0DFC-5F9D-4EB6-91B0-B77EFF84F788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/>
        <a:buChar char="●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○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●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○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●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rbit">
  <a:themeElements>
    <a:clrScheme name="Orbit">
      <a:dk1>
        <a:srgbClr val="1B1F3A"/>
      </a:dk1>
      <a:lt1>
        <a:srgbClr val="FFFFFF"/>
      </a:lt1>
      <a:dk2>
        <a:srgbClr val="4C5378"/>
      </a:dk2>
      <a:lt2>
        <a:srgbClr val="ECEEFA"/>
      </a:lt2>
      <a:accent1>
        <a:srgbClr val="4B4FD1"/>
      </a:accent1>
      <a:accent2>
        <a:srgbClr val="00A6A6"/>
      </a:accent2>
      <a:accent3>
        <a:srgbClr val="FF8A3D"/>
      </a:accent3>
      <a:accent4>
        <a:srgbClr val="E0457B"/>
      </a:accent4>
      <a:accent5>
        <a:srgbClr val="6FBF4E"/>
      </a:accent5>
      <a:accent6>
        <a:srgbClr val="8A8FB5"/>
      </a:accent6>
      <a:hlink>
        <a:srgbClr val="4B4FD1"/>
      </a:hlink>
      <a:folHlink>
        <a:srgbClr val="E0457B"/>
      </a:folHlink>
    </a:clrScheme>
    <a:fontScheme name="Tahoma-Tahoma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Glow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</a:schemeClr>
            </a:gs>
            <a:gs pos="100000">
              <a:schemeClr val="phClr"/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</a:schemeClr>
            </a:gs>
            <a:gs pos="100000">
              <a:schemeClr val="phClr">
                <a:shade val="70000"/>
              </a:schemeClr>
            </a:gs>
          </a:gsLst>
          <a:path path="circle">
            <a:fillToRect l="50000" t="30000" r="50000" b="7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>
            <a:glow rad="63500">
              <a:schemeClr val="phClr">
                <a:alpha val="40000"/>
              </a:schemeClr>
            </a:glow>
          </a:effectLst>
        </a:effectStyle>
        <a:effectStyle>
          <a:effectLst>
            <a:glow rad="101600">
              <a:schemeClr val="phClr">
                <a:alpha val="40000"/>
              </a:schemeClr>
            </a:glo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